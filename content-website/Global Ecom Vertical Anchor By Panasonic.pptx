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59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60" r:id="rId14"/>
    <p:sldId id="261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1"/>
    <p:restoredTop sz="94540"/>
  </p:normalViewPr>
  <p:slideViewPr>
    <p:cSldViewPr snapToGrid="0">
      <p:cViewPr varScale="1">
        <p:scale>
          <a:sx n="114" d="100"/>
          <a:sy n="114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11F4BA-F9BC-4B26-8FDD-70F1BBEB0404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152FEC7-B0D1-4C1F-AE8D-0F7FFD04FB5A}">
      <dgm:prSet/>
      <dgm:spPr/>
      <dgm:t>
        <a:bodyPr/>
        <a:lstStyle/>
        <a:p>
          <a:r>
            <a:rPr lang="en-US" dirty="0"/>
            <a:t>6 inventory Points </a:t>
          </a:r>
        </a:p>
      </dgm:t>
    </dgm:pt>
    <dgm:pt modelId="{C3E70157-9D21-4075-B284-0921AB033691}" type="parTrans" cxnId="{F4511170-82C5-467B-AC33-2FD8CE26C4D4}">
      <dgm:prSet/>
      <dgm:spPr/>
      <dgm:t>
        <a:bodyPr/>
        <a:lstStyle/>
        <a:p>
          <a:endParaRPr lang="en-US"/>
        </a:p>
      </dgm:t>
    </dgm:pt>
    <dgm:pt modelId="{AE3359C9-63FA-4324-8792-8163CFA06992}" type="sibTrans" cxnId="{F4511170-82C5-467B-AC33-2FD8CE26C4D4}">
      <dgm:prSet/>
      <dgm:spPr/>
      <dgm:t>
        <a:bodyPr/>
        <a:lstStyle/>
        <a:p>
          <a:endParaRPr lang="en-US" dirty="0"/>
        </a:p>
      </dgm:t>
    </dgm:pt>
    <dgm:pt modelId="{726B0843-6AB9-4DAA-A936-E5F0EFD501F1}">
      <dgm:prSet/>
      <dgm:spPr/>
      <dgm:t>
        <a:bodyPr/>
        <a:lstStyle/>
        <a:p>
          <a:r>
            <a:rPr lang="en-US" dirty="0"/>
            <a:t>11 Sales channel </a:t>
          </a:r>
        </a:p>
      </dgm:t>
    </dgm:pt>
    <dgm:pt modelId="{55A5AE92-B5EE-4000-BC70-A89B169605C4}" type="parTrans" cxnId="{32A4C172-5008-4623-86BF-854EA652E4BF}">
      <dgm:prSet/>
      <dgm:spPr/>
      <dgm:t>
        <a:bodyPr/>
        <a:lstStyle/>
        <a:p>
          <a:endParaRPr lang="en-US"/>
        </a:p>
      </dgm:t>
    </dgm:pt>
    <dgm:pt modelId="{1325074C-BBFC-4077-890C-809DDB55AF2D}" type="sibTrans" cxnId="{32A4C172-5008-4623-86BF-854EA652E4BF}">
      <dgm:prSet/>
      <dgm:spPr/>
      <dgm:t>
        <a:bodyPr/>
        <a:lstStyle/>
        <a:p>
          <a:endParaRPr lang="en-US" dirty="0"/>
        </a:p>
      </dgm:t>
    </dgm:pt>
    <dgm:pt modelId="{0E5D3727-28EB-4588-BD94-B27B1A64DDE7}">
      <dgm:prSet/>
      <dgm:spPr/>
      <dgm:t>
        <a:bodyPr/>
        <a:lstStyle/>
        <a:p>
          <a:r>
            <a:rPr lang="en-US" dirty="0"/>
            <a:t>Covering 40 counties ( all major economies ) </a:t>
          </a:r>
        </a:p>
      </dgm:t>
    </dgm:pt>
    <dgm:pt modelId="{85CA37FD-F3A7-475A-9FEB-53F04A19DA90}" type="parTrans" cxnId="{5D215E31-1DE3-414E-88B3-1903770444B4}">
      <dgm:prSet/>
      <dgm:spPr/>
      <dgm:t>
        <a:bodyPr/>
        <a:lstStyle/>
        <a:p>
          <a:endParaRPr lang="en-US"/>
        </a:p>
      </dgm:t>
    </dgm:pt>
    <dgm:pt modelId="{693BAE10-B6E8-466C-9C0F-1C38548E13E2}" type="sibTrans" cxnId="{5D215E31-1DE3-414E-88B3-1903770444B4}">
      <dgm:prSet/>
      <dgm:spPr/>
      <dgm:t>
        <a:bodyPr/>
        <a:lstStyle/>
        <a:p>
          <a:endParaRPr lang="en-US" dirty="0"/>
        </a:p>
      </dgm:t>
    </dgm:pt>
    <dgm:pt modelId="{68082B7A-7768-4969-A28A-753C1984B68B}">
      <dgm:prSet/>
      <dgm:spPr/>
      <dgm:t>
        <a:bodyPr/>
        <a:lstStyle/>
        <a:p>
          <a:r>
            <a:rPr lang="en-US" dirty="0"/>
            <a:t>Creating multi million Dollar business vertical </a:t>
          </a:r>
        </a:p>
      </dgm:t>
    </dgm:pt>
    <dgm:pt modelId="{AF7F4321-CB4F-4C2F-BEB2-53AFB4E8340C}" type="parTrans" cxnId="{88B063EF-F988-445C-A379-2132B34ECC3F}">
      <dgm:prSet/>
      <dgm:spPr/>
      <dgm:t>
        <a:bodyPr/>
        <a:lstStyle/>
        <a:p>
          <a:endParaRPr lang="en-US"/>
        </a:p>
      </dgm:t>
    </dgm:pt>
    <dgm:pt modelId="{27C437AC-7617-458D-A4BB-FDD39ACD6B52}" type="sibTrans" cxnId="{88B063EF-F988-445C-A379-2132B34ECC3F}">
      <dgm:prSet/>
      <dgm:spPr/>
      <dgm:t>
        <a:bodyPr/>
        <a:lstStyle/>
        <a:p>
          <a:endParaRPr lang="en-US"/>
        </a:p>
      </dgm:t>
    </dgm:pt>
    <dgm:pt modelId="{F6BD1885-C863-9E4E-A86F-727980AFCCBB}" type="pres">
      <dgm:prSet presAssocID="{AC11F4BA-F9BC-4B26-8FDD-70F1BBEB0404}" presName="outerComposite" presStyleCnt="0">
        <dgm:presLayoutVars>
          <dgm:chMax val="5"/>
          <dgm:dir/>
          <dgm:resizeHandles val="exact"/>
        </dgm:presLayoutVars>
      </dgm:prSet>
      <dgm:spPr/>
    </dgm:pt>
    <dgm:pt modelId="{61D11327-08A1-5C49-98E3-D58DE844AA1D}" type="pres">
      <dgm:prSet presAssocID="{AC11F4BA-F9BC-4B26-8FDD-70F1BBEB0404}" presName="dummyMaxCanvas" presStyleCnt="0">
        <dgm:presLayoutVars/>
      </dgm:prSet>
      <dgm:spPr/>
    </dgm:pt>
    <dgm:pt modelId="{67A970E8-4AE2-3E40-99E6-469EC12FD136}" type="pres">
      <dgm:prSet presAssocID="{AC11F4BA-F9BC-4B26-8FDD-70F1BBEB0404}" presName="FourNodes_1" presStyleLbl="node1" presStyleIdx="0" presStyleCnt="4">
        <dgm:presLayoutVars>
          <dgm:bulletEnabled val="1"/>
        </dgm:presLayoutVars>
      </dgm:prSet>
      <dgm:spPr/>
    </dgm:pt>
    <dgm:pt modelId="{3DA1AF31-EFA4-F248-8BA9-57675F3030E5}" type="pres">
      <dgm:prSet presAssocID="{AC11F4BA-F9BC-4B26-8FDD-70F1BBEB0404}" presName="FourNodes_2" presStyleLbl="node1" presStyleIdx="1" presStyleCnt="4">
        <dgm:presLayoutVars>
          <dgm:bulletEnabled val="1"/>
        </dgm:presLayoutVars>
      </dgm:prSet>
      <dgm:spPr/>
    </dgm:pt>
    <dgm:pt modelId="{4CEAD981-7689-654F-8E6F-B00AC93499B0}" type="pres">
      <dgm:prSet presAssocID="{AC11F4BA-F9BC-4B26-8FDD-70F1BBEB0404}" presName="FourNodes_3" presStyleLbl="node1" presStyleIdx="2" presStyleCnt="4">
        <dgm:presLayoutVars>
          <dgm:bulletEnabled val="1"/>
        </dgm:presLayoutVars>
      </dgm:prSet>
      <dgm:spPr/>
    </dgm:pt>
    <dgm:pt modelId="{A6778810-2096-9C41-B44F-7138C666562F}" type="pres">
      <dgm:prSet presAssocID="{AC11F4BA-F9BC-4B26-8FDD-70F1BBEB0404}" presName="FourNodes_4" presStyleLbl="node1" presStyleIdx="3" presStyleCnt="4">
        <dgm:presLayoutVars>
          <dgm:bulletEnabled val="1"/>
        </dgm:presLayoutVars>
      </dgm:prSet>
      <dgm:spPr/>
    </dgm:pt>
    <dgm:pt modelId="{5414D164-ED67-D24A-84B1-A688C55326CF}" type="pres">
      <dgm:prSet presAssocID="{AC11F4BA-F9BC-4B26-8FDD-70F1BBEB0404}" presName="FourConn_1-2" presStyleLbl="fgAccFollowNode1" presStyleIdx="0" presStyleCnt="3">
        <dgm:presLayoutVars>
          <dgm:bulletEnabled val="1"/>
        </dgm:presLayoutVars>
      </dgm:prSet>
      <dgm:spPr/>
    </dgm:pt>
    <dgm:pt modelId="{2151B33F-6F57-5040-8637-24FCA4E15BDB}" type="pres">
      <dgm:prSet presAssocID="{AC11F4BA-F9BC-4B26-8FDD-70F1BBEB0404}" presName="FourConn_2-3" presStyleLbl="fgAccFollowNode1" presStyleIdx="1" presStyleCnt="3">
        <dgm:presLayoutVars>
          <dgm:bulletEnabled val="1"/>
        </dgm:presLayoutVars>
      </dgm:prSet>
      <dgm:spPr/>
    </dgm:pt>
    <dgm:pt modelId="{A7D3AA8D-CF3A-DC4A-BABC-177046379621}" type="pres">
      <dgm:prSet presAssocID="{AC11F4BA-F9BC-4B26-8FDD-70F1BBEB0404}" presName="FourConn_3-4" presStyleLbl="fgAccFollowNode1" presStyleIdx="2" presStyleCnt="3">
        <dgm:presLayoutVars>
          <dgm:bulletEnabled val="1"/>
        </dgm:presLayoutVars>
      </dgm:prSet>
      <dgm:spPr/>
    </dgm:pt>
    <dgm:pt modelId="{8161F8D5-A15C-1742-9991-461AE105ACC7}" type="pres">
      <dgm:prSet presAssocID="{AC11F4BA-F9BC-4B26-8FDD-70F1BBEB0404}" presName="FourNodes_1_text" presStyleLbl="node1" presStyleIdx="3" presStyleCnt="4">
        <dgm:presLayoutVars>
          <dgm:bulletEnabled val="1"/>
        </dgm:presLayoutVars>
      </dgm:prSet>
      <dgm:spPr/>
    </dgm:pt>
    <dgm:pt modelId="{9826A30F-3720-B844-A050-993E6C100023}" type="pres">
      <dgm:prSet presAssocID="{AC11F4BA-F9BC-4B26-8FDD-70F1BBEB0404}" presName="FourNodes_2_text" presStyleLbl="node1" presStyleIdx="3" presStyleCnt="4">
        <dgm:presLayoutVars>
          <dgm:bulletEnabled val="1"/>
        </dgm:presLayoutVars>
      </dgm:prSet>
      <dgm:spPr/>
    </dgm:pt>
    <dgm:pt modelId="{F273D98F-BA3A-264D-83F7-7EB4BAFCC523}" type="pres">
      <dgm:prSet presAssocID="{AC11F4BA-F9BC-4B26-8FDD-70F1BBEB0404}" presName="FourNodes_3_text" presStyleLbl="node1" presStyleIdx="3" presStyleCnt="4">
        <dgm:presLayoutVars>
          <dgm:bulletEnabled val="1"/>
        </dgm:presLayoutVars>
      </dgm:prSet>
      <dgm:spPr/>
    </dgm:pt>
    <dgm:pt modelId="{E3FD7CB2-F84C-584B-93F6-865B18F8DE0B}" type="pres">
      <dgm:prSet presAssocID="{AC11F4BA-F9BC-4B26-8FDD-70F1BBEB040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62C2521-1A33-B647-8F5B-3100D96FCFC8}" type="presOf" srcId="{AC11F4BA-F9BC-4B26-8FDD-70F1BBEB0404}" destId="{F6BD1885-C863-9E4E-A86F-727980AFCCBB}" srcOrd="0" destOrd="0" presId="urn:microsoft.com/office/officeart/2005/8/layout/vProcess5"/>
    <dgm:cxn modelId="{5D215E31-1DE3-414E-88B3-1903770444B4}" srcId="{AC11F4BA-F9BC-4B26-8FDD-70F1BBEB0404}" destId="{0E5D3727-28EB-4588-BD94-B27B1A64DDE7}" srcOrd="2" destOrd="0" parTransId="{85CA37FD-F3A7-475A-9FEB-53F04A19DA90}" sibTransId="{693BAE10-B6E8-466C-9C0F-1C38548E13E2}"/>
    <dgm:cxn modelId="{C222D131-148B-FE41-BE72-1874EC84AC7E}" type="presOf" srcId="{0E5D3727-28EB-4588-BD94-B27B1A64DDE7}" destId="{4CEAD981-7689-654F-8E6F-B00AC93499B0}" srcOrd="0" destOrd="0" presId="urn:microsoft.com/office/officeart/2005/8/layout/vProcess5"/>
    <dgm:cxn modelId="{B9D3F536-3364-B340-B5BE-F83200B55E24}" type="presOf" srcId="{AE3359C9-63FA-4324-8792-8163CFA06992}" destId="{5414D164-ED67-D24A-84B1-A688C55326CF}" srcOrd="0" destOrd="0" presId="urn:microsoft.com/office/officeart/2005/8/layout/vProcess5"/>
    <dgm:cxn modelId="{E3084946-3A32-DC4A-A806-0807EFF9FF98}" type="presOf" srcId="{726B0843-6AB9-4DAA-A936-E5F0EFD501F1}" destId="{3DA1AF31-EFA4-F248-8BA9-57675F3030E5}" srcOrd="0" destOrd="0" presId="urn:microsoft.com/office/officeart/2005/8/layout/vProcess5"/>
    <dgm:cxn modelId="{8549ED4A-5C76-3F4B-AB0D-29FA7449C27F}" type="presOf" srcId="{2152FEC7-B0D1-4C1F-AE8D-0F7FFD04FB5A}" destId="{67A970E8-4AE2-3E40-99E6-469EC12FD136}" srcOrd="0" destOrd="0" presId="urn:microsoft.com/office/officeart/2005/8/layout/vProcess5"/>
    <dgm:cxn modelId="{F4511170-82C5-467B-AC33-2FD8CE26C4D4}" srcId="{AC11F4BA-F9BC-4B26-8FDD-70F1BBEB0404}" destId="{2152FEC7-B0D1-4C1F-AE8D-0F7FFD04FB5A}" srcOrd="0" destOrd="0" parTransId="{C3E70157-9D21-4075-B284-0921AB033691}" sibTransId="{AE3359C9-63FA-4324-8792-8163CFA06992}"/>
    <dgm:cxn modelId="{32A4C172-5008-4623-86BF-854EA652E4BF}" srcId="{AC11F4BA-F9BC-4B26-8FDD-70F1BBEB0404}" destId="{726B0843-6AB9-4DAA-A936-E5F0EFD501F1}" srcOrd="1" destOrd="0" parTransId="{55A5AE92-B5EE-4000-BC70-A89B169605C4}" sibTransId="{1325074C-BBFC-4077-890C-809DDB55AF2D}"/>
    <dgm:cxn modelId="{63CDE378-D0EF-E643-B02D-5668DB4674F7}" type="presOf" srcId="{726B0843-6AB9-4DAA-A936-E5F0EFD501F1}" destId="{9826A30F-3720-B844-A050-993E6C100023}" srcOrd="1" destOrd="0" presId="urn:microsoft.com/office/officeart/2005/8/layout/vProcess5"/>
    <dgm:cxn modelId="{7DB16E8B-DB00-9748-85C4-0AD43A0E4EFE}" type="presOf" srcId="{0E5D3727-28EB-4588-BD94-B27B1A64DDE7}" destId="{F273D98F-BA3A-264D-83F7-7EB4BAFCC523}" srcOrd="1" destOrd="0" presId="urn:microsoft.com/office/officeart/2005/8/layout/vProcess5"/>
    <dgm:cxn modelId="{81C0C392-A9A4-C944-AD45-4836B6BB8AE3}" type="presOf" srcId="{1325074C-BBFC-4077-890C-809DDB55AF2D}" destId="{2151B33F-6F57-5040-8637-24FCA4E15BDB}" srcOrd="0" destOrd="0" presId="urn:microsoft.com/office/officeart/2005/8/layout/vProcess5"/>
    <dgm:cxn modelId="{DD862FA2-788C-5942-8DF0-5AF06344F139}" type="presOf" srcId="{2152FEC7-B0D1-4C1F-AE8D-0F7FFD04FB5A}" destId="{8161F8D5-A15C-1742-9991-461AE105ACC7}" srcOrd="1" destOrd="0" presId="urn:microsoft.com/office/officeart/2005/8/layout/vProcess5"/>
    <dgm:cxn modelId="{613251A3-A0CA-284B-B116-37DC9372BBFE}" type="presOf" srcId="{693BAE10-B6E8-466C-9C0F-1C38548E13E2}" destId="{A7D3AA8D-CF3A-DC4A-BABC-177046379621}" srcOrd="0" destOrd="0" presId="urn:microsoft.com/office/officeart/2005/8/layout/vProcess5"/>
    <dgm:cxn modelId="{A45781B5-301E-824A-971E-656D1D3DB5C6}" type="presOf" srcId="{68082B7A-7768-4969-A28A-753C1984B68B}" destId="{E3FD7CB2-F84C-584B-93F6-865B18F8DE0B}" srcOrd="1" destOrd="0" presId="urn:microsoft.com/office/officeart/2005/8/layout/vProcess5"/>
    <dgm:cxn modelId="{88B063EF-F988-445C-A379-2132B34ECC3F}" srcId="{AC11F4BA-F9BC-4B26-8FDD-70F1BBEB0404}" destId="{68082B7A-7768-4969-A28A-753C1984B68B}" srcOrd="3" destOrd="0" parTransId="{AF7F4321-CB4F-4C2F-BEB2-53AFB4E8340C}" sibTransId="{27C437AC-7617-458D-A4BB-FDD39ACD6B52}"/>
    <dgm:cxn modelId="{A478D0FD-CF91-8F42-AF30-360815D6B7F9}" type="presOf" srcId="{68082B7A-7768-4969-A28A-753C1984B68B}" destId="{A6778810-2096-9C41-B44F-7138C666562F}" srcOrd="0" destOrd="0" presId="urn:microsoft.com/office/officeart/2005/8/layout/vProcess5"/>
    <dgm:cxn modelId="{C0E6A923-67E6-C44B-BB60-17ACB5EFB7D3}" type="presParOf" srcId="{F6BD1885-C863-9E4E-A86F-727980AFCCBB}" destId="{61D11327-08A1-5C49-98E3-D58DE844AA1D}" srcOrd="0" destOrd="0" presId="urn:microsoft.com/office/officeart/2005/8/layout/vProcess5"/>
    <dgm:cxn modelId="{359FF31A-E75C-9A42-B881-B78F20446669}" type="presParOf" srcId="{F6BD1885-C863-9E4E-A86F-727980AFCCBB}" destId="{67A970E8-4AE2-3E40-99E6-469EC12FD136}" srcOrd="1" destOrd="0" presId="urn:microsoft.com/office/officeart/2005/8/layout/vProcess5"/>
    <dgm:cxn modelId="{10C93F73-C531-8E4E-BAD9-094E7FDE80EA}" type="presParOf" srcId="{F6BD1885-C863-9E4E-A86F-727980AFCCBB}" destId="{3DA1AF31-EFA4-F248-8BA9-57675F3030E5}" srcOrd="2" destOrd="0" presId="urn:microsoft.com/office/officeart/2005/8/layout/vProcess5"/>
    <dgm:cxn modelId="{8B5F0A3B-725B-564A-AB38-9901BC289F15}" type="presParOf" srcId="{F6BD1885-C863-9E4E-A86F-727980AFCCBB}" destId="{4CEAD981-7689-654F-8E6F-B00AC93499B0}" srcOrd="3" destOrd="0" presId="urn:microsoft.com/office/officeart/2005/8/layout/vProcess5"/>
    <dgm:cxn modelId="{8AABF077-14F0-0B4F-9E4A-AF4FA88EDAD6}" type="presParOf" srcId="{F6BD1885-C863-9E4E-A86F-727980AFCCBB}" destId="{A6778810-2096-9C41-B44F-7138C666562F}" srcOrd="4" destOrd="0" presId="urn:microsoft.com/office/officeart/2005/8/layout/vProcess5"/>
    <dgm:cxn modelId="{C2EB1343-04EA-8645-AC69-A514663D93DA}" type="presParOf" srcId="{F6BD1885-C863-9E4E-A86F-727980AFCCBB}" destId="{5414D164-ED67-D24A-84B1-A688C55326CF}" srcOrd="5" destOrd="0" presId="urn:microsoft.com/office/officeart/2005/8/layout/vProcess5"/>
    <dgm:cxn modelId="{49A68689-50E9-1940-B766-71AF5100177C}" type="presParOf" srcId="{F6BD1885-C863-9E4E-A86F-727980AFCCBB}" destId="{2151B33F-6F57-5040-8637-24FCA4E15BDB}" srcOrd="6" destOrd="0" presId="urn:microsoft.com/office/officeart/2005/8/layout/vProcess5"/>
    <dgm:cxn modelId="{6D88653D-EE84-9A43-8BC3-E83EB1A84AA7}" type="presParOf" srcId="{F6BD1885-C863-9E4E-A86F-727980AFCCBB}" destId="{A7D3AA8D-CF3A-DC4A-BABC-177046379621}" srcOrd="7" destOrd="0" presId="urn:microsoft.com/office/officeart/2005/8/layout/vProcess5"/>
    <dgm:cxn modelId="{F1EC0922-1CC4-5C41-97F2-0C542CF7F5FD}" type="presParOf" srcId="{F6BD1885-C863-9E4E-A86F-727980AFCCBB}" destId="{8161F8D5-A15C-1742-9991-461AE105ACC7}" srcOrd="8" destOrd="0" presId="urn:microsoft.com/office/officeart/2005/8/layout/vProcess5"/>
    <dgm:cxn modelId="{2B930075-20F9-6B45-8D28-72F804703C5D}" type="presParOf" srcId="{F6BD1885-C863-9E4E-A86F-727980AFCCBB}" destId="{9826A30F-3720-B844-A050-993E6C100023}" srcOrd="9" destOrd="0" presId="urn:microsoft.com/office/officeart/2005/8/layout/vProcess5"/>
    <dgm:cxn modelId="{B82B5AF8-7CF7-074D-9792-0D84982B9271}" type="presParOf" srcId="{F6BD1885-C863-9E4E-A86F-727980AFCCBB}" destId="{F273D98F-BA3A-264D-83F7-7EB4BAFCC523}" srcOrd="10" destOrd="0" presId="urn:microsoft.com/office/officeart/2005/8/layout/vProcess5"/>
    <dgm:cxn modelId="{F15EA918-52DA-7D48-BBE7-FA021B7A1331}" type="presParOf" srcId="{F6BD1885-C863-9E4E-A86F-727980AFCCBB}" destId="{E3FD7CB2-F84C-584B-93F6-865B18F8DE0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63C922-E426-41B7-9215-73EEE65261F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C13FDC3-08FB-46AB-8C32-34C0D64F6116}">
      <dgm:prSet custT="1"/>
      <dgm:spPr/>
      <dgm:t>
        <a:bodyPr/>
        <a:lstStyle/>
        <a:p>
          <a:r>
            <a:rPr lang="en-US" sz="3600" dirty="0"/>
            <a:t>North America </a:t>
          </a:r>
        </a:p>
      </dgm:t>
    </dgm:pt>
    <dgm:pt modelId="{8001D6E1-3F11-48C1-8DEC-FC1D1C9E0B26}" type="parTrans" cxnId="{C38FA6B9-19D8-4DAB-BDC1-655AA82C68A1}">
      <dgm:prSet/>
      <dgm:spPr/>
      <dgm:t>
        <a:bodyPr/>
        <a:lstStyle/>
        <a:p>
          <a:endParaRPr lang="en-US" sz="1200"/>
        </a:p>
      </dgm:t>
    </dgm:pt>
    <dgm:pt modelId="{F556616F-6B4B-4D68-BA64-99668EECB5F9}" type="sibTrans" cxnId="{C38FA6B9-19D8-4DAB-BDC1-655AA82C68A1}">
      <dgm:prSet/>
      <dgm:spPr/>
      <dgm:t>
        <a:bodyPr/>
        <a:lstStyle/>
        <a:p>
          <a:endParaRPr lang="en-US" sz="1200"/>
        </a:p>
      </dgm:t>
    </dgm:pt>
    <dgm:pt modelId="{CBB99950-3A8D-47C9-8A62-C99FF82557EF}">
      <dgm:prSet custT="1"/>
      <dgm:spPr/>
      <dgm:t>
        <a:bodyPr/>
        <a:lstStyle/>
        <a:p>
          <a:r>
            <a:rPr lang="en-US" sz="3600" dirty="0"/>
            <a:t>United Kingdom </a:t>
          </a:r>
        </a:p>
      </dgm:t>
    </dgm:pt>
    <dgm:pt modelId="{C4BFD8C6-CBDC-47CA-96AC-AD71C8F6C5BA}" type="parTrans" cxnId="{B9383A1A-9F4E-43A7-852A-732EF072667A}">
      <dgm:prSet/>
      <dgm:spPr/>
      <dgm:t>
        <a:bodyPr/>
        <a:lstStyle/>
        <a:p>
          <a:endParaRPr lang="en-US" sz="1200"/>
        </a:p>
      </dgm:t>
    </dgm:pt>
    <dgm:pt modelId="{61E7EC0D-A36B-42EA-815D-7CF107322080}" type="sibTrans" cxnId="{B9383A1A-9F4E-43A7-852A-732EF072667A}">
      <dgm:prSet/>
      <dgm:spPr/>
      <dgm:t>
        <a:bodyPr/>
        <a:lstStyle/>
        <a:p>
          <a:endParaRPr lang="en-US" sz="1200"/>
        </a:p>
      </dgm:t>
    </dgm:pt>
    <dgm:pt modelId="{0B3E138F-E545-4534-819C-87930BD6094D}">
      <dgm:prSet custT="1"/>
      <dgm:spPr/>
      <dgm:t>
        <a:bodyPr/>
        <a:lstStyle/>
        <a:p>
          <a:r>
            <a:rPr lang="en-US" sz="3600" dirty="0"/>
            <a:t>Europe </a:t>
          </a:r>
        </a:p>
      </dgm:t>
    </dgm:pt>
    <dgm:pt modelId="{151C76AD-6FD9-4D3D-84F1-9377F1B35A1E}" type="parTrans" cxnId="{B78A4E9A-4761-44A4-B23E-87C54A4DC5A2}">
      <dgm:prSet/>
      <dgm:spPr/>
      <dgm:t>
        <a:bodyPr/>
        <a:lstStyle/>
        <a:p>
          <a:endParaRPr lang="en-US" sz="1200"/>
        </a:p>
      </dgm:t>
    </dgm:pt>
    <dgm:pt modelId="{ED03F98A-4143-4346-A722-05D94F9114A5}" type="sibTrans" cxnId="{B78A4E9A-4761-44A4-B23E-87C54A4DC5A2}">
      <dgm:prSet/>
      <dgm:spPr/>
      <dgm:t>
        <a:bodyPr/>
        <a:lstStyle/>
        <a:p>
          <a:endParaRPr lang="en-US" sz="1200"/>
        </a:p>
      </dgm:t>
    </dgm:pt>
    <dgm:pt modelId="{0731F0DB-C413-4190-AFFE-460E697A4DD8}">
      <dgm:prSet custT="1"/>
      <dgm:spPr/>
      <dgm:t>
        <a:bodyPr/>
        <a:lstStyle/>
        <a:p>
          <a:r>
            <a:rPr lang="en-US" sz="3600" dirty="0"/>
            <a:t>UAE and GCC country </a:t>
          </a:r>
        </a:p>
      </dgm:t>
    </dgm:pt>
    <dgm:pt modelId="{4E3068DE-BC2F-4EA5-9F1D-8AA30C8580E0}" type="parTrans" cxnId="{BE67BE9D-59E0-446D-994B-C40585AA1230}">
      <dgm:prSet/>
      <dgm:spPr/>
      <dgm:t>
        <a:bodyPr/>
        <a:lstStyle/>
        <a:p>
          <a:endParaRPr lang="en-US" sz="1200"/>
        </a:p>
      </dgm:t>
    </dgm:pt>
    <dgm:pt modelId="{FC858CB3-E6DC-4A48-AA4A-028A2D78BFDA}" type="sibTrans" cxnId="{BE67BE9D-59E0-446D-994B-C40585AA1230}">
      <dgm:prSet/>
      <dgm:spPr/>
      <dgm:t>
        <a:bodyPr/>
        <a:lstStyle/>
        <a:p>
          <a:endParaRPr lang="en-US" sz="1200"/>
        </a:p>
      </dgm:t>
    </dgm:pt>
    <dgm:pt modelId="{0CD34946-8BB9-48D0-9F96-9CB85429DF79}">
      <dgm:prSet custT="1"/>
      <dgm:spPr/>
      <dgm:t>
        <a:bodyPr/>
        <a:lstStyle/>
        <a:p>
          <a:r>
            <a:rPr lang="en-US" sz="3600" dirty="0"/>
            <a:t>Australia </a:t>
          </a:r>
        </a:p>
      </dgm:t>
    </dgm:pt>
    <dgm:pt modelId="{E23BE746-F061-47EF-8FBA-03EC42E56662}" type="parTrans" cxnId="{E39F6751-D133-400E-B415-772F5505C57D}">
      <dgm:prSet/>
      <dgm:spPr/>
      <dgm:t>
        <a:bodyPr/>
        <a:lstStyle/>
        <a:p>
          <a:endParaRPr lang="en-US" sz="1200"/>
        </a:p>
      </dgm:t>
    </dgm:pt>
    <dgm:pt modelId="{126619EF-1760-4DFD-B6ED-950C4E4A2BBD}" type="sibTrans" cxnId="{E39F6751-D133-400E-B415-772F5505C57D}">
      <dgm:prSet/>
      <dgm:spPr/>
      <dgm:t>
        <a:bodyPr/>
        <a:lstStyle/>
        <a:p>
          <a:endParaRPr lang="en-US" sz="1200"/>
        </a:p>
      </dgm:t>
    </dgm:pt>
    <dgm:pt modelId="{686A148A-6D5F-3243-BA15-D6502AEA5864}" type="pres">
      <dgm:prSet presAssocID="{CD63C922-E426-41B7-9215-73EEE65261F4}" presName="linear" presStyleCnt="0">
        <dgm:presLayoutVars>
          <dgm:animLvl val="lvl"/>
          <dgm:resizeHandles val="exact"/>
        </dgm:presLayoutVars>
      </dgm:prSet>
      <dgm:spPr/>
    </dgm:pt>
    <dgm:pt modelId="{FB5A9E5C-BB06-7146-A6ED-6772B35C861E}" type="pres">
      <dgm:prSet presAssocID="{EC13FDC3-08FB-46AB-8C32-34C0D64F611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B8B86D0-8FD2-CD43-884D-BDB472DDB37D}" type="pres">
      <dgm:prSet presAssocID="{F556616F-6B4B-4D68-BA64-99668EECB5F9}" presName="spacer" presStyleCnt="0"/>
      <dgm:spPr/>
    </dgm:pt>
    <dgm:pt modelId="{72801C8C-7310-EA46-B953-2C184764F1E4}" type="pres">
      <dgm:prSet presAssocID="{CBB99950-3A8D-47C9-8A62-C99FF82557E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FA596BE-7396-D84A-A8B7-FB339BAFCB48}" type="pres">
      <dgm:prSet presAssocID="{61E7EC0D-A36B-42EA-815D-7CF107322080}" presName="spacer" presStyleCnt="0"/>
      <dgm:spPr/>
    </dgm:pt>
    <dgm:pt modelId="{59B5A496-266E-324F-825D-024A247CB2C7}" type="pres">
      <dgm:prSet presAssocID="{0B3E138F-E545-4534-819C-87930BD6094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AE32CD1-38FE-7344-A38C-05550E22FF7C}" type="pres">
      <dgm:prSet presAssocID="{ED03F98A-4143-4346-A722-05D94F9114A5}" presName="spacer" presStyleCnt="0"/>
      <dgm:spPr/>
    </dgm:pt>
    <dgm:pt modelId="{957264A2-BD15-F64C-AAAE-0D208F479F8E}" type="pres">
      <dgm:prSet presAssocID="{0731F0DB-C413-4190-AFFE-460E697A4DD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1F89C6D-B4C3-9448-92BA-FF5B42FD2E8F}" type="pres">
      <dgm:prSet presAssocID="{FC858CB3-E6DC-4A48-AA4A-028A2D78BFDA}" presName="spacer" presStyleCnt="0"/>
      <dgm:spPr/>
    </dgm:pt>
    <dgm:pt modelId="{3F4FDD18-165C-3C43-B446-59A17EFC71DC}" type="pres">
      <dgm:prSet presAssocID="{0CD34946-8BB9-48D0-9F96-9CB85429DF7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9383A1A-9F4E-43A7-852A-732EF072667A}" srcId="{CD63C922-E426-41B7-9215-73EEE65261F4}" destId="{CBB99950-3A8D-47C9-8A62-C99FF82557EF}" srcOrd="1" destOrd="0" parTransId="{C4BFD8C6-CBDC-47CA-96AC-AD71C8F6C5BA}" sibTransId="{61E7EC0D-A36B-42EA-815D-7CF107322080}"/>
    <dgm:cxn modelId="{E39F6751-D133-400E-B415-772F5505C57D}" srcId="{CD63C922-E426-41B7-9215-73EEE65261F4}" destId="{0CD34946-8BB9-48D0-9F96-9CB85429DF79}" srcOrd="4" destOrd="0" parTransId="{E23BE746-F061-47EF-8FBA-03EC42E56662}" sibTransId="{126619EF-1760-4DFD-B6ED-950C4E4A2BBD}"/>
    <dgm:cxn modelId="{9F699E82-9726-CD43-B2A5-5164B1FF8C47}" type="presOf" srcId="{CD63C922-E426-41B7-9215-73EEE65261F4}" destId="{686A148A-6D5F-3243-BA15-D6502AEA5864}" srcOrd="0" destOrd="0" presId="urn:microsoft.com/office/officeart/2005/8/layout/vList2"/>
    <dgm:cxn modelId="{8DB8DB90-B800-D546-9DC4-56B392EED8B3}" type="presOf" srcId="{0B3E138F-E545-4534-819C-87930BD6094D}" destId="{59B5A496-266E-324F-825D-024A247CB2C7}" srcOrd="0" destOrd="0" presId="urn:microsoft.com/office/officeart/2005/8/layout/vList2"/>
    <dgm:cxn modelId="{B78A4E9A-4761-44A4-B23E-87C54A4DC5A2}" srcId="{CD63C922-E426-41B7-9215-73EEE65261F4}" destId="{0B3E138F-E545-4534-819C-87930BD6094D}" srcOrd="2" destOrd="0" parTransId="{151C76AD-6FD9-4D3D-84F1-9377F1B35A1E}" sibTransId="{ED03F98A-4143-4346-A722-05D94F9114A5}"/>
    <dgm:cxn modelId="{BE67BE9D-59E0-446D-994B-C40585AA1230}" srcId="{CD63C922-E426-41B7-9215-73EEE65261F4}" destId="{0731F0DB-C413-4190-AFFE-460E697A4DD8}" srcOrd="3" destOrd="0" parTransId="{4E3068DE-BC2F-4EA5-9F1D-8AA30C8580E0}" sibTransId="{FC858CB3-E6DC-4A48-AA4A-028A2D78BFDA}"/>
    <dgm:cxn modelId="{3A74A69F-EBBD-8542-8E3E-7327D5A62C84}" type="presOf" srcId="{0731F0DB-C413-4190-AFFE-460E697A4DD8}" destId="{957264A2-BD15-F64C-AAAE-0D208F479F8E}" srcOrd="0" destOrd="0" presId="urn:microsoft.com/office/officeart/2005/8/layout/vList2"/>
    <dgm:cxn modelId="{46D8F9A6-574B-1748-A1F5-0F688683DA3F}" type="presOf" srcId="{EC13FDC3-08FB-46AB-8C32-34C0D64F6116}" destId="{FB5A9E5C-BB06-7146-A6ED-6772B35C861E}" srcOrd="0" destOrd="0" presId="urn:microsoft.com/office/officeart/2005/8/layout/vList2"/>
    <dgm:cxn modelId="{C38FA6B9-19D8-4DAB-BDC1-655AA82C68A1}" srcId="{CD63C922-E426-41B7-9215-73EEE65261F4}" destId="{EC13FDC3-08FB-46AB-8C32-34C0D64F6116}" srcOrd="0" destOrd="0" parTransId="{8001D6E1-3F11-48C1-8DEC-FC1D1C9E0B26}" sibTransId="{F556616F-6B4B-4D68-BA64-99668EECB5F9}"/>
    <dgm:cxn modelId="{6F2467BA-474E-7A46-A973-E9970A64338A}" type="presOf" srcId="{0CD34946-8BB9-48D0-9F96-9CB85429DF79}" destId="{3F4FDD18-165C-3C43-B446-59A17EFC71DC}" srcOrd="0" destOrd="0" presId="urn:microsoft.com/office/officeart/2005/8/layout/vList2"/>
    <dgm:cxn modelId="{419FE5C1-5577-2B4C-98B9-541939CE84B7}" type="presOf" srcId="{CBB99950-3A8D-47C9-8A62-C99FF82557EF}" destId="{72801C8C-7310-EA46-B953-2C184764F1E4}" srcOrd="0" destOrd="0" presId="urn:microsoft.com/office/officeart/2005/8/layout/vList2"/>
    <dgm:cxn modelId="{46D10011-B3EC-C143-AA87-55C1CAB809C8}" type="presParOf" srcId="{686A148A-6D5F-3243-BA15-D6502AEA5864}" destId="{FB5A9E5C-BB06-7146-A6ED-6772B35C861E}" srcOrd="0" destOrd="0" presId="urn:microsoft.com/office/officeart/2005/8/layout/vList2"/>
    <dgm:cxn modelId="{5D275BE9-A71C-1547-8B9D-529DEEF3AB82}" type="presParOf" srcId="{686A148A-6D5F-3243-BA15-D6502AEA5864}" destId="{4B8B86D0-8FD2-CD43-884D-BDB472DDB37D}" srcOrd="1" destOrd="0" presId="urn:microsoft.com/office/officeart/2005/8/layout/vList2"/>
    <dgm:cxn modelId="{38DBAFA0-5FAD-4842-9405-950633316389}" type="presParOf" srcId="{686A148A-6D5F-3243-BA15-D6502AEA5864}" destId="{72801C8C-7310-EA46-B953-2C184764F1E4}" srcOrd="2" destOrd="0" presId="urn:microsoft.com/office/officeart/2005/8/layout/vList2"/>
    <dgm:cxn modelId="{80DFBCA0-8746-C84F-86D1-F2088E2CF5A3}" type="presParOf" srcId="{686A148A-6D5F-3243-BA15-D6502AEA5864}" destId="{2FA596BE-7396-D84A-A8B7-FB339BAFCB48}" srcOrd="3" destOrd="0" presId="urn:microsoft.com/office/officeart/2005/8/layout/vList2"/>
    <dgm:cxn modelId="{E49AF081-404A-4F40-9058-8F9F815835D6}" type="presParOf" srcId="{686A148A-6D5F-3243-BA15-D6502AEA5864}" destId="{59B5A496-266E-324F-825D-024A247CB2C7}" srcOrd="4" destOrd="0" presId="urn:microsoft.com/office/officeart/2005/8/layout/vList2"/>
    <dgm:cxn modelId="{A2132D49-E6B3-4540-9C8A-C5583FD098FF}" type="presParOf" srcId="{686A148A-6D5F-3243-BA15-D6502AEA5864}" destId="{AAE32CD1-38FE-7344-A38C-05550E22FF7C}" srcOrd="5" destOrd="0" presId="urn:microsoft.com/office/officeart/2005/8/layout/vList2"/>
    <dgm:cxn modelId="{1B1A5DF6-1FD2-BD49-8BEA-9DC4E907F093}" type="presParOf" srcId="{686A148A-6D5F-3243-BA15-D6502AEA5864}" destId="{957264A2-BD15-F64C-AAAE-0D208F479F8E}" srcOrd="6" destOrd="0" presId="urn:microsoft.com/office/officeart/2005/8/layout/vList2"/>
    <dgm:cxn modelId="{7FDE36B8-FE70-994C-AB07-E1D400FB4D77}" type="presParOf" srcId="{686A148A-6D5F-3243-BA15-D6502AEA5864}" destId="{61F89C6D-B4C3-9448-92BA-FF5B42FD2E8F}" srcOrd="7" destOrd="0" presId="urn:microsoft.com/office/officeart/2005/8/layout/vList2"/>
    <dgm:cxn modelId="{698493B3-DAF8-CD49-A07E-6A2DB321425E}" type="presParOf" srcId="{686A148A-6D5F-3243-BA15-D6502AEA5864}" destId="{3F4FDD18-165C-3C43-B446-59A17EFC71D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FFF460-DAFC-4F9D-AE15-965058BF94F1}" type="doc">
      <dgm:prSet loTypeId="urn:microsoft.com/office/officeart/2005/8/layout/hProcess9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E28A083-5724-4201-ABDA-662888F76353}">
      <dgm:prSet custT="1"/>
      <dgm:spPr/>
      <dgm:t>
        <a:bodyPr/>
        <a:lstStyle/>
        <a:p>
          <a:r>
            <a:rPr lang="en-US" sz="2000" dirty="0"/>
            <a:t>Account opening </a:t>
          </a:r>
        </a:p>
      </dgm:t>
    </dgm:pt>
    <dgm:pt modelId="{DC99DD9A-AE1B-4C36-8AF8-8D207DD850E6}" type="parTrans" cxnId="{19DBF428-27D8-456F-94AD-A45EDE288534}">
      <dgm:prSet/>
      <dgm:spPr/>
      <dgm:t>
        <a:bodyPr/>
        <a:lstStyle/>
        <a:p>
          <a:endParaRPr lang="en-US" sz="3200"/>
        </a:p>
      </dgm:t>
    </dgm:pt>
    <dgm:pt modelId="{B2085775-45DE-495D-B75F-36ABC3DBB773}" type="sibTrans" cxnId="{19DBF428-27D8-456F-94AD-A45EDE288534}">
      <dgm:prSet/>
      <dgm:spPr/>
      <dgm:t>
        <a:bodyPr/>
        <a:lstStyle/>
        <a:p>
          <a:endParaRPr lang="en-US" sz="3200"/>
        </a:p>
      </dgm:t>
    </dgm:pt>
    <dgm:pt modelId="{D63EA1F0-020F-4741-8102-14923781A88E}">
      <dgm:prSet custT="1"/>
      <dgm:spPr/>
      <dgm:t>
        <a:bodyPr/>
        <a:lstStyle/>
        <a:p>
          <a:r>
            <a:rPr lang="en-US" sz="2000" dirty="0"/>
            <a:t>Compliance </a:t>
          </a:r>
        </a:p>
      </dgm:t>
    </dgm:pt>
    <dgm:pt modelId="{8995FC71-D927-4C2B-B14C-A6C6AC4D013F}" type="parTrans" cxnId="{8C0E5F42-6A03-46E8-B744-C9EA2A9232F9}">
      <dgm:prSet/>
      <dgm:spPr/>
      <dgm:t>
        <a:bodyPr/>
        <a:lstStyle/>
        <a:p>
          <a:endParaRPr lang="en-US" sz="3200"/>
        </a:p>
      </dgm:t>
    </dgm:pt>
    <dgm:pt modelId="{C154DBB3-B65F-48A3-86D2-8ED5C659642A}" type="sibTrans" cxnId="{8C0E5F42-6A03-46E8-B744-C9EA2A9232F9}">
      <dgm:prSet/>
      <dgm:spPr/>
      <dgm:t>
        <a:bodyPr/>
        <a:lstStyle/>
        <a:p>
          <a:endParaRPr lang="en-US" sz="3200"/>
        </a:p>
      </dgm:t>
    </dgm:pt>
    <dgm:pt modelId="{B2DC47C9-9569-4087-BC55-8C87A472BB35}">
      <dgm:prSet custT="1"/>
      <dgm:spPr/>
      <dgm:t>
        <a:bodyPr/>
        <a:lstStyle/>
        <a:p>
          <a:r>
            <a:rPr lang="en-US" sz="2000" dirty="0"/>
            <a:t>logistics and warehousing </a:t>
          </a:r>
        </a:p>
      </dgm:t>
    </dgm:pt>
    <dgm:pt modelId="{661D4869-DD58-482F-A678-D116754A6A84}" type="parTrans" cxnId="{52CE7B92-1CAE-4F55-B96F-F7E1506FA8D2}">
      <dgm:prSet/>
      <dgm:spPr/>
      <dgm:t>
        <a:bodyPr/>
        <a:lstStyle/>
        <a:p>
          <a:endParaRPr lang="en-US" sz="3200"/>
        </a:p>
      </dgm:t>
    </dgm:pt>
    <dgm:pt modelId="{50C031F2-F7E5-49A9-8A12-3803AD897B97}" type="sibTrans" cxnId="{52CE7B92-1CAE-4F55-B96F-F7E1506FA8D2}">
      <dgm:prSet/>
      <dgm:spPr/>
      <dgm:t>
        <a:bodyPr/>
        <a:lstStyle/>
        <a:p>
          <a:endParaRPr lang="en-US" sz="3200"/>
        </a:p>
      </dgm:t>
    </dgm:pt>
    <dgm:pt modelId="{9AA5DA21-9FFA-4AD7-9B9A-DBD70C467114}">
      <dgm:prSet custT="1"/>
      <dgm:spPr/>
      <dgm:t>
        <a:bodyPr/>
        <a:lstStyle/>
        <a:p>
          <a:r>
            <a:rPr lang="en-US" sz="2000" dirty="0"/>
            <a:t>Category Sales data analysis </a:t>
          </a:r>
        </a:p>
      </dgm:t>
    </dgm:pt>
    <dgm:pt modelId="{862F5EA0-878B-452E-B226-0568DDD8A137}" type="parTrans" cxnId="{9EB48B8E-30DD-49BA-BBF1-5B13505838EE}">
      <dgm:prSet/>
      <dgm:spPr/>
      <dgm:t>
        <a:bodyPr/>
        <a:lstStyle/>
        <a:p>
          <a:endParaRPr lang="en-US" sz="3200"/>
        </a:p>
      </dgm:t>
    </dgm:pt>
    <dgm:pt modelId="{22553C91-043E-4B8E-9791-D3E3D9F01B34}" type="sibTrans" cxnId="{9EB48B8E-30DD-49BA-BBF1-5B13505838EE}">
      <dgm:prSet/>
      <dgm:spPr/>
      <dgm:t>
        <a:bodyPr/>
        <a:lstStyle/>
        <a:p>
          <a:endParaRPr lang="en-US" sz="3200"/>
        </a:p>
      </dgm:t>
    </dgm:pt>
    <dgm:pt modelId="{E3C06305-AD7D-4F52-9645-E4C20DE21B06}">
      <dgm:prSet custT="1"/>
      <dgm:spPr/>
      <dgm:t>
        <a:bodyPr/>
        <a:lstStyle/>
        <a:p>
          <a:r>
            <a:rPr lang="en-US" sz="2000" dirty="0"/>
            <a:t>Product assortment as per category analysis </a:t>
          </a:r>
        </a:p>
      </dgm:t>
    </dgm:pt>
    <dgm:pt modelId="{6E4F4E0C-778C-49F1-917D-9D44696D52B9}" type="parTrans" cxnId="{F83135FA-5706-48FC-9FB9-1EFFC017F36D}">
      <dgm:prSet/>
      <dgm:spPr/>
      <dgm:t>
        <a:bodyPr/>
        <a:lstStyle/>
        <a:p>
          <a:endParaRPr lang="en-US" sz="3200"/>
        </a:p>
      </dgm:t>
    </dgm:pt>
    <dgm:pt modelId="{85D2B392-FDA6-42C6-927F-04EF424BEA40}" type="sibTrans" cxnId="{F83135FA-5706-48FC-9FB9-1EFFC017F36D}">
      <dgm:prSet/>
      <dgm:spPr/>
      <dgm:t>
        <a:bodyPr/>
        <a:lstStyle/>
        <a:p>
          <a:endParaRPr lang="en-US" sz="3200"/>
        </a:p>
      </dgm:t>
    </dgm:pt>
    <dgm:pt modelId="{211BB356-9A5F-47F9-891C-12A4541DF575}">
      <dgm:prSet custT="1"/>
      <dgm:spPr/>
      <dgm:t>
        <a:bodyPr/>
        <a:lstStyle/>
        <a:p>
          <a:r>
            <a:rPr lang="en-US" sz="2000" dirty="0"/>
            <a:t>Content and Creative </a:t>
          </a:r>
        </a:p>
      </dgm:t>
    </dgm:pt>
    <dgm:pt modelId="{8CCAF85E-E73F-4FF0-87D2-C7656C293B81}" type="parTrans" cxnId="{16C97628-39B1-47A1-82D4-1F3CB2C9EB7F}">
      <dgm:prSet/>
      <dgm:spPr/>
      <dgm:t>
        <a:bodyPr/>
        <a:lstStyle/>
        <a:p>
          <a:endParaRPr lang="en-US" sz="3200"/>
        </a:p>
      </dgm:t>
    </dgm:pt>
    <dgm:pt modelId="{E1675E78-01F6-423D-8897-FF1F515D09DD}" type="sibTrans" cxnId="{16C97628-39B1-47A1-82D4-1F3CB2C9EB7F}">
      <dgm:prSet/>
      <dgm:spPr/>
      <dgm:t>
        <a:bodyPr/>
        <a:lstStyle/>
        <a:p>
          <a:endParaRPr lang="en-US" sz="3200"/>
        </a:p>
      </dgm:t>
    </dgm:pt>
    <dgm:pt modelId="{8DEECE05-E934-4830-94E2-BA71367FFA89}">
      <dgm:prSet custT="1"/>
      <dgm:spPr/>
      <dgm:t>
        <a:bodyPr/>
        <a:lstStyle/>
        <a:p>
          <a:r>
            <a:rPr lang="en-US" sz="2000" dirty="0"/>
            <a:t>Listing and enhance brand content .</a:t>
          </a:r>
        </a:p>
      </dgm:t>
    </dgm:pt>
    <dgm:pt modelId="{C61BF857-ACB2-4CAF-A4A4-24A767769374}" type="parTrans" cxnId="{F5F49C65-DCA1-4C2A-9E4D-BECC214F5C54}">
      <dgm:prSet/>
      <dgm:spPr/>
      <dgm:t>
        <a:bodyPr/>
        <a:lstStyle/>
        <a:p>
          <a:endParaRPr lang="en-US" sz="3200"/>
        </a:p>
      </dgm:t>
    </dgm:pt>
    <dgm:pt modelId="{ABAA3EC9-AC24-4062-8C33-F8BDFBDAE419}" type="sibTrans" cxnId="{F5F49C65-DCA1-4C2A-9E4D-BECC214F5C54}">
      <dgm:prSet/>
      <dgm:spPr/>
      <dgm:t>
        <a:bodyPr/>
        <a:lstStyle/>
        <a:p>
          <a:endParaRPr lang="en-US" sz="3200"/>
        </a:p>
      </dgm:t>
    </dgm:pt>
    <dgm:pt modelId="{91BDA6BD-B4BA-4FB6-A00E-17F6891FFF2A}">
      <dgm:prSet custT="1"/>
      <dgm:spPr/>
      <dgm:t>
        <a:bodyPr/>
        <a:lstStyle/>
        <a:p>
          <a:r>
            <a:rPr lang="en-US" sz="2000" dirty="0"/>
            <a:t>Go live </a:t>
          </a:r>
        </a:p>
      </dgm:t>
    </dgm:pt>
    <dgm:pt modelId="{8CE6CDD5-4025-49F9-B425-F6EA7A9110F4}" type="parTrans" cxnId="{07674494-9B14-4720-AC1D-8D57ECE7E043}">
      <dgm:prSet/>
      <dgm:spPr/>
      <dgm:t>
        <a:bodyPr/>
        <a:lstStyle/>
        <a:p>
          <a:endParaRPr lang="en-US" sz="3200"/>
        </a:p>
      </dgm:t>
    </dgm:pt>
    <dgm:pt modelId="{1758A34D-8C94-4FBA-ADBD-B030416B5E1D}" type="sibTrans" cxnId="{07674494-9B14-4720-AC1D-8D57ECE7E043}">
      <dgm:prSet/>
      <dgm:spPr/>
      <dgm:t>
        <a:bodyPr/>
        <a:lstStyle/>
        <a:p>
          <a:endParaRPr lang="en-US" sz="3200"/>
        </a:p>
      </dgm:t>
    </dgm:pt>
    <dgm:pt modelId="{90A64DEE-841E-6847-A2E8-D242336F3C25}" type="pres">
      <dgm:prSet presAssocID="{FAFFF460-DAFC-4F9D-AE15-965058BF94F1}" presName="CompostProcess" presStyleCnt="0">
        <dgm:presLayoutVars>
          <dgm:dir/>
          <dgm:resizeHandles val="exact"/>
        </dgm:presLayoutVars>
      </dgm:prSet>
      <dgm:spPr/>
    </dgm:pt>
    <dgm:pt modelId="{A8795FD4-DD23-0647-9ED1-BACE8A99E8F3}" type="pres">
      <dgm:prSet presAssocID="{FAFFF460-DAFC-4F9D-AE15-965058BF94F1}" presName="arrow" presStyleLbl="bgShp" presStyleIdx="0" presStyleCnt="1"/>
      <dgm:spPr/>
    </dgm:pt>
    <dgm:pt modelId="{3F754F0C-7160-3344-AEB7-DFB2ADCE9C34}" type="pres">
      <dgm:prSet presAssocID="{FAFFF460-DAFC-4F9D-AE15-965058BF94F1}" presName="linearProcess" presStyleCnt="0"/>
      <dgm:spPr/>
    </dgm:pt>
    <dgm:pt modelId="{28DA85B6-D16C-0341-B7DD-D4BE8169DF83}" type="pres">
      <dgm:prSet presAssocID="{3E28A083-5724-4201-ABDA-662888F76353}" presName="textNode" presStyleLbl="node1" presStyleIdx="0" presStyleCnt="8">
        <dgm:presLayoutVars>
          <dgm:bulletEnabled val="1"/>
        </dgm:presLayoutVars>
      </dgm:prSet>
      <dgm:spPr/>
    </dgm:pt>
    <dgm:pt modelId="{B32A4E71-BEA2-2545-9E48-B3E87567C306}" type="pres">
      <dgm:prSet presAssocID="{B2085775-45DE-495D-B75F-36ABC3DBB773}" presName="sibTrans" presStyleCnt="0"/>
      <dgm:spPr/>
    </dgm:pt>
    <dgm:pt modelId="{83C15E65-685E-5B40-881B-3D151A04DF4A}" type="pres">
      <dgm:prSet presAssocID="{D63EA1F0-020F-4741-8102-14923781A88E}" presName="textNode" presStyleLbl="node1" presStyleIdx="1" presStyleCnt="8">
        <dgm:presLayoutVars>
          <dgm:bulletEnabled val="1"/>
        </dgm:presLayoutVars>
      </dgm:prSet>
      <dgm:spPr/>
    </dgm:pt>
    <dgm:pt modelId="{F3417F3E-EE83-0945-A385-12AA902EDE52}" type="pres">
      <dgm:prSet presAssocID="{C154DBB3-B65F-48A3-86D2-8ED5C659642A}" presName="sibTrans" presStyleCnt="0"/>
      <dgm:spPr/>
    </dgm:pt>
    <dgm:pt modelId="{0DC97616-8A31-6844-9E04-F4ACE560F792}" type="pres">
      <dgm:prSet presAssocID="{B2DC47C9-9569-4087-BC55-8C87A472BB35}" presName="textNode" presStyleLbl="node1" presStyleIdx="2" presStyleCnt="8">
        <dgm:presLayoutVars>
          <dgm:bulletEnabled val="1"/>
        </dgm:presLayoutVars>
      </dgm:prSet>
      <dgm:spPr/>
    </dgm:pt>
    <dgm:pt modelId="{8BA04F85-4C68-8348-B55A-B5235B896A2D}" type="pres">
      <dgm:prSet presAssocID="{50C031F2-F7E5-49A9-8A12-3803AD897B97}" presName="sibTrans" presStyleCnt="0"/>
      <dgm:spPr/>
    </dgm:pt>
    <dgm:pt modelId="{865D91D5-E6BA-C444-A82D-3434F6774FDB}" type="pres">
      <dgm:prSet presAssocID="{9AA5DA21-9FFA-4AD7-9B9A-DBD70C467114}" presName="textNode" presStyleLbl="node1" presStyleIdx="3" presStyleCnt="8">
        <dgm:presLayoutVars>
          <dgm:bulletEnabled val="1"/>
        </dgm:presLayoutVars>
      </dgm:prSet>
      <dgm:spPr/>
    </dgm:pt>
    <dgm:pt modelId="{3DB0519B-4C34-DF43-807A-825312FA7608}" type="pres">
      <dgm:prSet presAssocID="{22553C91-043E-4B8E-9791-D3E3D9F01B34}" presName="sibTrans" presStyleCnt="0"/>
      <dgm:spPr/>
    </dgm:pt>
    <dgm:pt modelId="{2D6A0B19-05ED-0647-8605-55B54364D8D7}" type="pres">
      <dgm:prSet presAssocID="{E3C06305-AD7D-4F52-9645-E4C20DE21B06}" presName="textNode" presStyleLbl="node1" presStyleIdx="4" presStyleCnt="8">
        <dgm:presLayoutVars>
          <dgm:bulletEnabled val="1"/>
        </dgm:presLayoutVars>
      </dgm:prSet>
      <dgm:spPr/>
    </dgm:pt>
    <dgm:pt modelId="{9104DB7A-4534-5C43-9B13-CDFCAEB95DB8}" type="pres">
      <dgm:prSet presAssocID="{85D2B392-FDA6-42C6-927F-04EF424BEA40}" presName="sibTrans" presStyleCnt="0"/>
      <dgm:spPr/>
    </dgm:pt>
    <dgm:pt modelId="{8FE07733-2B3C-D041-8DBA-7EFFBE263087}" type="pres">
      <dgm:prSet presAssocID="{211BB356-9A5F-47F9-891C-12A4541DF575}" presName="textNode" presStyleLbl="node1" presStyleIdx="5" presStyleCnt="8">
        <dgm:presLayoutVars>
          <dgm:bulletEnabled val="1"/>
        </dgm:presLayoutVars>
      </dgm:prSet>
      <dgm:spPr/>
    </dgm:pt>
    <dgm:pt modelId="{618DAE8F-B889-A644-9852-88129E5EDCB3}" type="pres">
      <dgm:prSet presAssocID="{E1675E78-01F6-423D-8897-FF1F515D09DD}" presName="sibTrans" presStyleCnt="0"/>
      <dgm:spPr/>
    </dgm:pt>
    <dgm:pt modelId="{C0384542-F661-D94B-A8C1-1E8E5795B10F}" type="pres">
      <dgm:prSet presAssocID="{8DEECE05-E934-4830-94E2-BA71367FFA89}" presName="textNode" presStyleLbl="node1" presStyleIdx="6" presStyleCnt="8">
        <dgm:presLayoutVars>
          <dgm:bulletEnabled val="1"/>
        </dgm:presLayoutVars>
      </dgm:prSet>
      <dgm:spPr/>
    </dgm:pt>
    <dgm:pt modelId="{64841B15-8008-A046-ADCE-5A393A7DD8C3}" type="pres">
      <dgm:prSet presAssocID="{ABAA3EC9-AC24-4062-8C33-F8BDFBDAE419}" presName="sibTrans" presStyleCnt="0"/>
      <dgm:spPr/>
    </dgm:pt>
    <dgm:pt modelId="{8E09F628-E898-DD43-818C-87386CBB0B93}" type="pres">
      <dgm:prSet presAssocID="{91BDA6BD-B4BA-4FB6-A00E-17F6891FFF2A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051F9112-13C7-D54F-9156-3F6990B81BAE}" type="presOf" srcId="{D63EA1F0-020F-4741-8102-14923781A88E}" destId="{83C15E65-685E-5B40-881B-3D151A04DF4A}" srcOrd="0" destOrd="0" presId="urn:microsoft.com/office/officeart/2005/8/layout/hProcess9"/>
    <dgm:cxn modelId="{113EF526-08CE-C842-AF24-28BA2C467E9B}" type="presOf" srcId="{211BB356-9A5F-47F9-891C-12A4541DF575}" destId="{8FE07733-2B3C-D041-8DBA-7EFFBE263087}" srcOrd="0" destOrd="0" presId="urn:microsoft.com/office/officeart/2005/8/layout/hProcess9"/>
    <dgm:cxn modelId="{16C97628-39B1-47A1-82D4-1F3CB2C9EB7F}" srcId="{FAFFF460-DAFC-4F9D-AE15-965058BF94F1}" destId="{211BB356-9A5F-47F9-891C-12A4541DF575}" srcOrd="5" destOrd="0" parTransId="{8CCAF85E-E73F-4FF0-87D2-C7656C293B81}" sibTransId="{E1675E78-01F6-423D-8897-FF1F515D09DD}"/>
    <dgm:cxn modelId="{19DBF428-27D8-456F-94AD-A45EDE288534}" srcId="{FAFFF460-DAFC-4F9D-AE15-965058BF94F1}" destId="{3E28A083-5724-4201-ABDA-662888F76353}" srcOrd="0" destOrd="0" parTransId="{DC99DD9A-AE1B-4C36-8AF8-8D207DD850E6}" sibTransId="{B2085775-45DE-495D-B75F-36ABC3DBB773}"/>
    <dgm:cxn modelId="{32CB573D-EC06-9B4E-AAB8-E24FA22E82AE}" type="presOf" srcId="{8DEECE05-E934-4830-94E2-BA71367FFA89}" destId="{C0384542-F661-D94B-A8C1-1E8E5795B10F}" srcOrd="0" destOrd="0" presId="urn:microsoft.com/office/officeart/2005/8/layout/hProcess9"/>
    <dgm:cxn modelId="{8C0E5F42-6A03-46E8-B744-C9EA2A9232F9}" srcId="{FAFFF460-DAFC-4F9D-AE15-965058BF94F1}" destId="{D63EA1F0-020F-4741-8102-14923781A88E}" srcOrd="1" destOrd="0" parTransId="{8995FC71-D927-4C2B-B14C-A6C6AC4D013F}" sibTransId="{C154DBB3-B65F-48A3-86D2-8ED5C659642A}"/>
    <dgm:cxn modelId="{6C4B534E-002F-AC43-B896-773B9CBAA985}" type="presOf" srcId="{9AA5DA21-9FFA-4AD7-9B9A-DBD70C467114}" destId="{865D91D5-E6BA-C444-A82D-3434F6774FDB}" srcOrd="0" destOrd="0" presId="urn:microsoft.com/office/officeart/2005/8/layout/hProcess9"/>
    <dgm:cxn modelId="{8530AD60-4EA4-D543-918E-401D75E75C3A}" type="presOf" srcId="{B2DC47C9-9569-4087-BC55-8C87A472BB35}" destId="{0DC97616-8A31-6844-9E04-F4ACE560F792}" srcOrd="0" destOrd="0" presId="urn:microsoft.com/office/officeart/2005/8/layout/hProcess9"/>
    <dgm:cxn modelId="{F5F49C65-DCA1-4C2A-9E4D-BECC214F5C54}" srcId="{FAFFF460-DAFC-4F9D-AE15-965058BF94F1}" destId="{8DEECE05-E934-4830-94E2-BA71367FFA89}" srcOrd="6" destOrd="0" parTransId="{C61BF857-ACB2-4CAF-A4A4-24A767769374}" sibTransId="{ABAA3EC9-AC24-4062-8C33-F8BDFBDAE419}"/>
    <dgm:cxn modelId="{28D7857F-6A21-BB4D-A0B6-A1CC655FEFEB}" type="presOf" srcId="{E3C06305-AD7D-4F52-9645-E4C20DE21B06}" destId="{2D6A0B19-05ED-0647-8605-55B54364D8D7}" srcOrd="0" destOrd="0" presId="urn:microsoft.com/office/officeart/2005/8/layout/hProcess9"/>
    <dgm:cxn modelId="{9EB48B8E-30DD-49BA-BBF1-5B13505838EE}" srcId="{FAFFF460-DAFC-4F9D-AE15-965058BF94F1}" destId="{9AA5DA21-9FFA-4AD7-9B9A-DBD70C467114}" srcOrd="3" destOrd="0" parTransId="{862F5EA0-878B-452E-B226-0568DDD8A137}" sibTransId="{22553C91-043E-4B8E-9791-D3E3D9F01B34}"/>
    <dgm:cxn modelId="{52CE7B92-1CAE-4F55-B96F-F7E1506FA8D2}" srcId="{FAFFF460-DAFC-4F9D-AE15-965058BF94F1}" destId="{B2DC47C9-9569-4087-BC55-8C87A472BB35}" srcOrd="2" destOrd="0" parTransId="{661D4869-DD58-482F-A678-D116754A6A84}" sibTransId="{50C031F2-F7E5-49A9-8A12-3803AD897B97}"/>
    <dgm:cxn modelId="{07674494-9B14-4720-AC1D-8D57ECE7E043}" srcId="{FAFFF460-DAFC-4F9D-AE15-965058BF94F1}" destId="{91BDA6BD-B4BA-4FB6-A00E-17F6891FFF2A}" srcOrd="7" destOrd="0" parTransId="{8CE6CDD5-4025-49F9-B425-F6EA7A9110F4}" sibTransId="{1758A34D-8C94-4FBA-ADBD-B030416B5E1D}"/>
    <dgm:cxn modelId="{6CFCC095-D91E-874F-AE53-5BB1D346628A}" type="presOf" srcId="{91BDA6BD-B4BA-4FB6-A00E-17F6891FFF2A}" destId="{8E09F628-E898-DD43-818C-87386CBB0B93}" srcOrd="0" destOrd="0" presId="urn:microsoft.com/office/officeart/2005/8/layout/hProcess9"/>
    <dgm:cxn modelId="{E63ED3AF-FF61-2B4E-94C0-BED26CA2ED26}" type="presOf" srcId="{3E28A083-5724-4201-ABDA-662888F76353}" destId="{28DA85B6-D16C-0341-B7DD-D4BE8169DF83}" srcOrd="0" destOrd="0" presId="urn:microsoft.com/office/officeart/2005/8/layout/hProcess9"/>
    <dgm:cxn modelId="{84D5E9C3-8356-354C-B517-4576348FECB6}" type="presOf" srcId="{FAFFF460-DAFC-4F9D-AE15-965058BF94F1}" destId="{90A64DEE-841E-6847-A2E8-D242336F3C25}" srcOrd="0" destOrd="0" presId="urn:microsoft.com/office/officeart/2005/8/layout/hProcess9"/>
    <dgm:cxn modelId="{F83135FA-5706-48FC-9FB9-1EFFC017F36D}" srcId="{FAFFF460-DAFC-4F9D-AE15-965058BF94F1}" destId="{E3C06305-AD7D-4F52-9645-E4C20DE21B06}" srcOrd="4" destOrd="0" parTransId="{6E4F4E0C-778C-49F1-917D-9D44696D52B9}" sibTransId="{85D2B392-FDA6-42C6-927F-04EF424BEA40}"/>
    <dgm:cxn modelId="{F503A0F5-3CAE-8446-994B-A5BBCB4D9949}" type="presParOf" srcId="{90A64DEE-841E-6847-A2E8-D242336F3C25}" destId="{A8795FD4-DD23-0647-9ED1-BACE8A99E8F3}" srcOrd="0" destOrd="0" presId="urn:microsoft.com/office/officeart/2005/8/layout/hProcess9"/>
    <dgm:cxn modelId="{5E798237-D76C-984D-8A53-28630820BDBD}" type="presParOf" srcId="{90A64DEE-841E-6847-A2E8-D242336F3C25}" destId="{3F754F0C-7160-3344-AEB7-DFB2ADCE9C34}" srcOrd="1" destOrd="0" presId="urn:microsoft.com/office/officeart/2005/8/layout/hProcess9"/>
    <dgm:cxn modelId="{6B8C3944-C143-1A47-890A-58A10F318482}" type="presParOf" srcId="{3F754F0C-7160-3344-AEB7-DFB2ADCE9C34}" destId="{28DA85B6-D16C-0341-B7DD-D4BE8169DF83}" srcOrd="0" destOrd="0" presId="urn:microsoft.com/office/officeart/2005/8/layout/hProcess9"/>
    <dgm:cxn modelId="{4703BE19-3677-814E-873A-2AFAAEB117A4}" type="presParOf" srcId="{3F754F0C-7160-3344-AEB7-DFB2ADCE9C34}" destId="{B32A4E71-BEA2-2545-9E48-B3E87567C306}" srcOrd="1" destOrd="0" presId="urn:microsoft.com/office/officeart/2005/8/layout/hProcess9"/>
    <dgm:cxn modelId="{8856FA7D-C931-7D45-96A5-BEAD35756A44}" type="presParOf" srcId="{3F754F0C-7160-3344-AEB7-DFB2ADCE9C34}" destId="{83C15E65-685E-5B40-881B-3D151A04DF4A}" srcOrd="2" destOrd="0" presId="urn:microsoft.com/office/officeart/2005/8/layout/hProcess9"/>
    <dgm:cxn modelId="{86046B89-95A5-CD46-9C9E-E218EDC9D6CD}" type="presParOf" srcId="{3F754F0C-7160-3344-AEB7-DFB2ADCE9C34}" destId="{F3417F3E-EE83-0945-A385-12AA902EDE52}" srcOrd="3" destOrd="0" presId="urn:microsoft.com/office/officeart/2005/8/layout/hProcess9"/>
    <dgm:cxn modelId="{75B9B80F-27B5-AC4D-BB66-6E92548C0432}" type="presParOf" srcId="{3F754F0C-7160-3344-AEB7-DFB2ADCE9C34}" destId="{0DC97616-8A31-6844-9E04-F4ACE560F792}" srcOrd="4" destOrd="0" presId="urn:microsoft.com/office/officeart/2005/8/layout/hProcess9"/>
    <dgm:cxn modelId="{C8B8FC00-1963-DE49-97B8-FB337323499F}" type="presParOf" srcId="{3F754F0C-7160-3344-AEB7-DFB2ADCE9C34}" destId="{8BA04F85-4C68-8348-B55A-B5235B896A2D}" srcOrd="5" destOrd="0" presId="urn:microsoft.com/office/officeart/2005/8/layout/hProcess9"/>
    <dgm:cxn modelId="{99AB7DE8-AB7C-5443-879A-A402B5BDDFA7}" type="presParOf" srcId="{3F754F0C-7160-3344-AEB7-DFB2ADCE9C34}" destId="{865D91D5-E6BA-C444-A82D-3434F6774FDB}" srcOrd="6" destOrd="0" presId="urn:microsoft.com/office/officeart/2005/8/layout/hProcess9"/>
    <dgm:cxn modelId="{DE466E7A-2AFA-1E4D-8805-6725C2549065}" type="presParOf" srcId="{3F754F0C-7160-3344-AEB7-DFB2ADCE9C34}" destId="{3DB0519B-4C34-DF43-807A-825312FA7608}" srcOrd="7" destOrd="0" presId="urn:microsoft.com/office/officeart/2005/8/layout/hProcess9"/>
    <dgm:cxn modelId="{9B0DB0D4-9B34-1443-8247-FEBE5E278D7E}" type="presParOf" srcId="{3F754F0C-7160-3344-AEB7-DFB2ADCE9C34}" destId="{2D6A0B19-05ED-0647-8605-55B54364D8D7}" srcOrd="8" destOrd="0" presId="urn:microsoft.com/office/officeart/2005/8/layout/hProcess9"/>
    <dgm:cxn modelId="{34251B67-71FF-7C41-8871-247C0A333942}" type="presParOf" srcId="{3F754F0C-7160-3344-AEB7-DFB2ADCE9C34}" destId="{9104DB7A-4534-5C43-9B13-CDFCAEB95DB8}" srcOrd="9" destOrd="0" presId="urn:microsoft.com/office/officeart/2005/8/layout/hProcess9"/>
    <dgm:cxn modelId="{D044D366-D8DE-4244-A163-BE217CA809FC}" type="presParOf" srcId="{3F754F0C-7160-3344-AEB7-DFB2ADCE9C34}" destId="{8FE07733-2B3C-D041-8DBA-7EFFBE263087}" srcOrd="10" destOrd="0" presId="urn:microsoft.com/office/officeart/2005/8/layout/hProcess9"/>
    <dgm:cxn modelId="{AF411B72-D6D4-A24B-9441-F8CA7A4E0979}" type="presParOf" srcId="{3F754F0C-7160-3344-AEB7-DFB2ADCE9C34}" destId="{618DAE8F-B889-A644-9852-88129E5EDCB3}" srcOrd="11" destOrd="0" presId="urn:microsoft.com/office/officeart/2005/8/layout/hProcess9"/>
    <dgm:cxn modelId="{F2414F63-DEE8-1843-8871-E59542E783B1}" type="presParOf" srcId="{3F754F0C-7160-3344-AEB7-DFB2ADCE9C34}" destId="{C0384542-F661-D94B-A8C1-1E8E5795B10F}" srcOrd="12" destOrd="0" presId="urn:microsoft.com/office/officeart/2005/8/layout/hProcess9"/>
    <dgm:cxn modelId="{7BAAAC27-5982-B146-BCE0-73062109EBC7}" type="presParOf" srcId="{3F754F0C-7160-3344-AEB7-DFB2ADCE9C34}" destId="{64841B15-8008-A046-ADCE-5A393A7DD8C3}" srcOrd="13" destOrd="0" presId="urn:microsoft.com/office/officeart/2005/8/layout/hProcess9"/>
    <dgm:cxn modelId="{81F8E17E-637A-9B4A-AE4F-33C948B3526B}" type="presParOf" srcId="{3F754F0C-7160-3344-AEB7-DFB2ADCE9C34}" destId="{8E09F628-E898-DD43-818C-87386CBB0B93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F58F0F-B4A1-4ED4-B13D-F7A7F58ADE8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F20DE4D-BFDC-4951-8605-7A131FCD9FA1}">
      <dgm:prSet custT="1"/>
      <dgm:spPr/>
      <dgm:t>
        <a:bodyPr/>
        <a:lstStyle/>
        <a:p>
          <a:r>
            <a:rPr lang="en-US" sz="2800" dirty="0"/>
            <a:t>Amazon global seller account will be opened.</a:t>
          </a:r>
        </a:p>
      </dgm:t>
    </dgm:pt>
    <dgm:pt modelId="{3A326D22-8D9C-4E1C-A21A-168ADFA622FE}" type="parTrans" cxnId="{01015DEC-2B4E-49B7-9FB5-FE37E263659D}">
      <dgm:prSet/>
      <dgm:spPr/>
      <dgm:t>
        <a:bodyPr/>
        <a:lstStyle/>
        <a:p>
          <a:endParaRPr lang="en-US" sz="2800"/>
        </a:p>
      </dgm:t>
    </dgm:pt>
    <dgm:pt modelId="{B91ACB31-3637-43BB-8344-CA4C3C9C3F32}" type="sibTrans" cxnId="{01015DEC-2B4E-49B7-9FB5-FE37E263659D}">
      <dgm:prSet/>
      <dgm:spPr/>
      <dgm:t>
        <a:bodyPr/>
        <a:lstStyle/>
        <a:p>
          <a:endParaRPr lang="en-US" sz="2800"/>
        </a:p>
      </dgm:t>
    </dgm:pt>
    <dgm:pt modelId="{3C2BCAB9-38C9-45B3-81FB-84E891A9F334}">
      <dgm:prSet custT="1"/>
      <dgm:spPr/>
      <dgm:t>
        <a:bodyPr/>
        <a:lstStyle/>
        <a:p>
          <a:r>
            <a:rPr lang="en-US" sz="2800" dirty="0"/>
            <a:t>This will be done with company’s Indian entity KYC documents, Banking and Tax details.</a:t>
          </a:r>
        </a:p>
      </dgm:t>
    </dgm:pt>
    <dgm:pt modelId="{4919988E-8E8F-4356-A10A-3E880127F2DA}" type="parTrans" cxnId="{F2D21717-8863-4414-8A65-F4ABFACD1DCA}">
      <dgm:prSet/>
      <dgm:spPr/>
      <dgm:t>
        <a:bodyPr/>
        <a:lstStyle/>
        <a:p>
          <a:endParaRPr lang="en-US" sz="2800"/>
        </a:p>
      </dgm:t>
    </dgm:pt>
    <dgm:pt modelId="{17800179-1026-4E52-9D87-0D1B1EAE6122}" type="sibTrans" cxnId="{F2D21717-8863-4414-8A65-F4ABFACD1DCA}">
      <dgm:prSet/>
      <dgm:spPr/>
      <dgm:t>
        <a:bodyPr/>
        <a:lstStyle/>
        <a:p>
          <a:endParaRPr lang="en-US" sz="2800"/>
        </a:p>
      </dgm:t>
    </dgm:pt>
    <dgm:pt modelId="{63EF861C-0C6F-4852-BAA5-604093688FC4}">
      <dgm:prSet custT="1"/>
      <dgm:spPr/>
      <dgm:t>
        <a:bodyPr/>
        <a:lstStyle/>
        <a:p>
          <a:r>
            <a:rPr lang="en-US" sz="2800" dirty="0"/>
            <a:t>Common payment gateway will be Integrated to give consolidated payment in USD .</a:t>
          </a:r>
        </a:p>
      </dgm:t>
    </dgm:pt>
    <dgm:pt modelId="{BE0E3E37-631F-4915-B870-2BB63E93B617}" type="parTrans" cxnId="{B808B6EC-F8B2-4887-AC83-33507221A99B}">
      <dgm:prSet/>
      <dgm:spPr/>
      <dgm:t>
        <a:bodyPr/>
        <a:lstStyle/>
        <a:p>
          <a:endParaRPr lang="en-US" sz="2800"/>
        </a:p>
      </dgm:t>
    </dgm:pt>
    <dgm:pt modelId="{C16E0F7C-2CE5-4F45-AD23-B63C277F649E}" type="sibTrans" cxnId="{B808B6EC-F8B2-4887-AC83-33507221A99B}">
      <dgm:prSet/>
      <dgm:spPr/>
      <dgm:t>
        <a:bodyPr/>
        <a:lstStyle/>
        <a:p>
          <a:endParaRPr lang="en-US" sz="2800"/>
        </a:p>
      </dgm:t>
    </dgm:pt>
    <dgm:pt modelId="{E482206A-A297-4B7C-9329-1DAD1916CD25}">
      <dgm:prSet custT="1"/>
      <dgm:spPr/>
      <dgm:t>
        <a:bodyPr/>
        <a:lstStyle/>
        <a:p>
          <a:r>
            <a:rPr lang="en-US" sz="2800" dirty="0"/>
            <a:t>For other market places the registration must be region wise .</a:t>
          </a:r>
        </a:p>
      </dgm:t>
    </dgm:pt>
    <dgm:pt modelId="{31DBED63-24EC-4C93-A7AB-98B016D2D884}" type="parTrans" cxnId="{25C3C82E-607A-4A2E-BA20-DFF2268339C4}">
      <dgm:prSet/>
      <dgm:spPr/>
      <dgm:t>
        <a:bodyPr/>
        <a:lstStyle/>
        <a:p>
          <a:endParaRPr lang="en-US" sz="2800"/>
        </a:p>
      </dgm:t>
    </dgm:pt>
    <dgm:pt modelId="{8E2B5321-AE47-48D0-BE9A-D203D0C21905}" type="sibTrans" cxnId="{25C3C82E-607A-4A2E-BA20-DFF2268339C4}">
      <dgm:prSet/>
      <dgm:spPr/>
      <dgm:t>
        <a:bodyPr/>
        <a:lstStyle/>
        <a:p>
          <a:endParaRPr lang="en-US" sz="2800"/>
        </a:p>
      </dgm:t>
    </dgm:pt>
    <dgm:pt modelId="{795BBE00-59EF-384A-A81F-50BC023152A4}" type="pres">
      <dgm:prSet presAssocID="{9BF58F0F-B4A1-4ED4-B13D-F7A7F58ADE83}" presName="vert0" presStyleCnt="0">
        <dgm:presLayoutVars>
          <dgm:dir/>
          <dgm:animOne val="branch"/>
          <dgm:animLvl val="lvl"/>
        </dgm:presLayoutVars>
      </dgm:prSet>
      <dgm:spPr/>
    </dgm:pt>
    <dgm:pt modelId="{29D5127D-5AC4-724F-AA32-482FF49A6C7B}" type="pres">
      <dgm:prSet presAssocID="{2F20DE4D-BFDC-4951-8605-7A131FCD9FA1}" presName="thickLine" presStyleLbl="alignNode1" presStyleIdx="0" presStyleCnt="4"/>
      <dgm:spPr/>
    </dgm:pt>
    <dgm:pt modelId="{7364923D-8E70-244E-BF2B-F8866E2C1AFF}" type="pres">
      <dgm:prSet presAssocID="{2F20DE4D-BFDC-4951-8605-7A131FCD9FA1}" presName="horz1" presStyleCnt="0"/>
      <dgm:spPr/>
    </dgm:pt>
    <dgm:pt modelId="{4B4AAB10-E9D1-AF48-9355-DA97B5A90213}" type="pres">
      <dgm:prSet presAssocID="{2F20DE4D-BFDC-4951-8605-7A131FCD9FA1}" presName="tx1" presStyleLbl="revTx" presStyleIdx="0" presStyleCnt="4"/>
      <dgm:spPr/>
    </dgm:pt>
    <dgm:pt modelId="{0B6868CC-BF8E-8045-B39E-164B82AA8B43}" type="pres">
      <dgm:prSet presAssocID="{2F20DE4D-BFDC-4951-8605-7A131FCD9FA1}" presName="vert1" presStyleCnt="0"/>
      <dgm:spPr/>
    </dgm:pt>
    <dgm:pt modelId="{2FA4D8C2-5AED-684C-B76E-E194FB46F5AE}" type="pres">
      <dgm:prSet presAssocID="{3C2BCAB9-38C9-45B3-81FB-84E891A9F334}" presName="thickLine" presStyleLbl="alignNode1" presStyleIdx="1" presStyleCnt="4"/>
      <dgm:spPr/>
    </dgm:pt>
    <dgm:pt modelId="{D8DCB4BA-EB03-AF4F-A829-B65839914ED6}" type="pres">
      <dgm:prSet presAssocID="{3C2BCAB9-38C9-45B3-81FB-84E891A9F334}" presName="horz1" presStyleCnt="0"/>
      <dgm:spPr/>
    </dgm:pt>
    <dgm:pt modelId="{CB3F26B0-5F58-844D-B794-C1E802E47874}" type="pres">
      <dgm:prSet presAssocID="{3C2BCAB9-38C9-45B3-81FB-84E891A9F334}" presName="tx1" presStyleLbl="revTx" presStyleIdx="1" presStyleCnt="4"/>
      <dgm:spPr/>
    </dgm:pt>
    <dgm:pt modelId="{E9F55A6C-5390-5F48-8875-4EDCFF28CF42}" type="pres">
      <dgm:prSet presAssocID="{3C2BCAB9-38C9-45B3-81FB-84E891A9F334}" presName="vert1" presStyleCnt="0"/>
      <dgm:spPr/>
    </dgm:pt>
    <dgm:pt modelId="{B07D93C3-5250-0149-83FF-6B0D5D0377FB}" type="pres">
      <dgm:prSet presAssocID="{63EF861C-0C6F-4852-BAA5-604093688FC4}" presName="thickLine" presStyleLbl="alignNode1" presStyleIdx="2" presStyleCnt="4"/>
      <dgm:spPr/>
    </dgm:pt>
    <dgm:pt modelId="{590AE01A-B68D-624C-8761-A67358765B78}" type="pres">
      <dgm:prSet presAssocID="{63EF861C-0C6F-4852-BAA5-604093688FC4}" presName="horz1" presStyleCnt="0"/>
      <dgm:spPr/>
    </dgm:pt>
    <dgm:pt modelId="{19CDF997-1B21-3343-87C5-93AF46A0C95A}" type="pres">
      <dgm:prSet presAssocID="{63EF861C-0C6F-4852-BAA5-604093688FC4}" presName="tx1" presStyleLbl="revTx" presStyleIdx="2" presStyleCnt="4"/>
      <dgm:spPr/>
    </dgm:pt>
    <dgm:pt modelId="{C9FA93E4-E857-4D45-8CFC-815D3A60CF65}" type="pres">
      <dgm:prSet presAssocID="{63EF861C-0C6F-4852-BAA5-604093688FC4}" presName="vert1" presStyleCnt="0"/>
      <dgm:spPr/>
    </dgm:pt>
    <dgm:pt modelId="{076576DD-09AC-4B44-B628-405FD8ED7E6F}" type="pres">
      <dgm:prSet presAssocID="{E482206A-A297-4B7C-9329-1DAD1916CD25}" presName="thickLine" presStyleLbl="alignNode1" presStyleIdx="3" presStyleCnt="4"/>
      <dgm:spPr/>
    </dgm:pt>
    <dgm:pt modelId="{B0FDED77-03A7-EC4D-8CF4-475062FDDBC4}" type="pres">
      <dgm:prSet presAssocID="{E482206A-A297-4B7C-9329-1DAD1916CD25}" presName="horz1" presStyleCnt="0"/>
      <dgm:spPr/>
    </dgm:pt>
    <dgm:pt modelId="{2CC28A32-2DED-274A-87FA-09072E87B536}" type="pres">
      <dgm:prSet presAssocID="{E482206A-A297-4B7C-9329-1DAD1916CD25}" presName="tx1" presStyleLbl="revTx" presStyleIdx="3" presStyleCnt="4"/>
      <dgm:spPr/>
    </dgm:pt>
    <dgm:pt modelId="{45B08D87-0FCB-F348-A6F7-15A83A4F9890}" type="pres">
      <dgm:prSet presAssocID="{E482206A-A297-4B7C-9329-1DAD1916CD25}" presName="vert1" presStyleCnt="0"/>
      <dgm:spPr/>
    </dgm:pt>
  </dgm:ptLst>
  <dgm:cxnLst>
    <dgm:cxn modelId="{F2D21717-8863-4414-8A65-F4ABFACD1DCA}" srcId="{9BF58F0F-B4A1-4ED4-B13D-F7A7F58ADE83}" destId="{3C2BCAB9-38C9-45B3-81FB-84E891A9F334}" srcOrd="1" destOrd="0" parTransId="{4919988E-8E8F-4356-A10A-3E880127F2DA}" sibTransId="{17800179-1026-4E52-9D87-0D1B1EAE6122}"/>
    <dgm:cxn modelId="{0A9EB721-002B-9A49-AC6B-84F6993F4CE4}" type="presOf" srcId="{63EF861C-0C6F-4852-BAA5-604093688FC4}" destId="{19CDF997-1B21-3343-87C5-93AF46A0C95A}" srcOrd="0" destOrd="0" presId="urn:microsoft.com/office/officeart/2008/layout/LinedList"/>
    <dgm:cxn modelId="{25C3C82E-607A-4A2E-BA20-DFF2268339C4}" srcId="{9BF58F0F-B4A1-4ED4-B13D-F7A7F58ADE83}" destId="{E482206A-A297-4B7C-9329-1DAD1916CD25}" srcOrd="3" destOrd="0" parTransId="{31DBED63-24EC-4C93-A7AB-98B016D2D884}" sibTransId="{8E2B5321-AE47-48D0-BE9A-D203D0C21905}"/>
    <dgm:cxn modelId="{FAE24D39-5EBF-1A41-AF3D-FFF3B960A6F2}" type="presOf" srcId="{9BF58F0F-B4A1-4ED4-B13D-F7A7F58ADE83}" destId="{795BBE00-59EF-384A-A81F-50BC023152A4}" srcOrd="0" destOrd="0" presId="urn:microsoft.com/office/officeart/2008/layout/LinedList"/>
    <dgm:cxn modelId="{2899868A-3381-8D43-BB7D-A3E0C5CBE20C}" type="presOf" srcId="{E482206A-A297-4B7C-9329-1DAD1916CD25}" destId="{2CC28A32-2DED-274A-87FA-09072E87B536}" srcOrd="0" destOrd="0" presId="urn:microsoft.com/office/officeart/2008/layout/LinedList"/>
    <dgm:cxn modelId="{5312E9A8-435A-EE42-BB17-C95AD8FC75DE}" type="presOf" srcId="{2F20DE4D-BFDC-4951-8605-7A131FCD9FA1}" destId="{4B4AAB10-E9D1-AF48-9355-DA97B5A90213}" srcOrd="0" destOrd="0" presId="urn:microsoft.com/office/officeart/2008/layout/LinedList"/>
    <dgm:cxn modelId="{D14EDDC4-2B82-9F4A-A2E2-B007E9A4294D}" type="presOf" srcId="{3C2BCAB9-38C9-45B3-81FB-84E891A9F334}" destId="{CB3F26B0-5F58-844D-B794-C1E802E47874}" srcOrd="0" destOrd="0" presId="urn:microsoft.com/office/officeart/2008/layout/LinedList"/>
    <dgm:cxn modelId="{01015DEC-2B4E-49B7-9FB5-FE37E263659D}" srcId="{9BF58F0F-B4A1-4ED4-B13D-F7A7F58ADE83}" destId="{2F20DE4D-BFDC-4951-8605-7A131FCD9FA1}" srcOrd="0" destOrd="0" parTransId="{3A326D22-8D9C-4E1C-A21A-168ADFA622FE}" sibTransId="{B91ACB31-3637-43BB-8344-CA4C3C9C3F32}"/>
    <dgm:cxn modelId="{B808B6EC-F8B2-4887-AC83-33507221A99B}" srcId="{9BF58F0F-B4A1-4ED4-B13D-F7A7F58ADE83}" destId="{63EF861C-0C6F-4852-BAA5-604093688FC4}" srcOrd="2" destOrd="0" parTransId="{BE0E3E37-631F-4915-B870-2BB63E93B617}" sibTransId="{C16E0F7C-2CE5-4F45-AD23-B63C277F649E}"/>
    <dgm:cxn modelId="{657BAE4F-D76E-7748-946A-291A62A11F1E}" type="presParOf" srcId="{795BBE00-59EF-384A-A81F-50BC023152A4}" destId="{29D5127D-5AC4-724F-AA32-482FF49A6C7B}" srcOrd="0" destOrd="0" presId="urn:microsoft.com/office/officeart/2008/layout/LinedList"/>
    <dgm:cxn modelId="{A338FDDF-EE82-3A42-AFAD-8D098330139A}" type="presParOf" srcId="{795BBE00-59EF-384A-A81F-50BC023152A4}" destId="{7364923D-8E70-244E-BF2B-F8866E2C1AFF}" srcOrd="1" destOrd="0" presId="urn:microsoft.com/office/officeart/2008/layout/LinedList"/>
    <dgm:cxn modelId="{B0BE0FA2-3D51-6040-A09A-7E6FA22C4B27}" type="presParOf" srcId="{7364923D-8E70-244E-BF2B-F8866E2C1AFF}" destId="{4B4AAB10-E9D1-AF48-9355-DA97B5A90213}" srcOrd="0" destOrd="0" presId="urn:microsoft.com/office/officeart/2008/layout/LinedList"/>
    <dgm:cxn modelId="{935E9CC2-49B5-6D47-8EAA-FEA4927DE200}" type="presParOf" srcId="{7364923D-8E70-244E-BF2B-F8866E2C1AFF}" destId="{0B6868CC-BF8E-8045-B39E-164B82AA8B43}" srcOrd="1" destOrd="0" presId="urn:microsoft.com/office/officeart/2008/layout/LinedList"/>
    <dgm:cxn modelId="{97517D2F-2A38-EA41-A404-DE03DD0F80DE}" type="presParOf" srcId="{795BBE00-59EF-384A-A81F-50BC023152A4}" destId="{2FA4D8C2-5AED-684C-B76E-E194FB46F5AE}" srcOrd="2" destOrd="0" presId="urn:microsoft.com/office/officeart/2008/layout/LinedList"/>
    <dgm:cxn modelId="{BB1A78ED-28AC-B140-A539-8F56A1AB38B2}" type="presParOf" srcId="{795BBE00-59EF-384A-A81F-50BC023152A4}" destId="{D8DCB4BA-EB03-AF4F-A829-B65839914ED6}" srcOrd="3" destOrd="0" presId="urn:microsoft.com/office/officeart/2008/layout/LinedList"/>
    <dgm:cxn modelId="{2F646CDA-9A18-6840-A52E-CAD9A3068A5F}" type="presParOf" srcId="{D8DCB4BA-EB03-AF4F-A829-B65839914ED6}" destId="{CB3F26B0-5F58-844D-B794-C1E802E47874}" srcOrd="0" destOrd="0" presId="urn:microsoft.com/office/officeart/2008/layout/LinedList"/>
    <dgm:cxn modelId="{6DF8BBDA-F83D-8448-BF95-F339924E9AB4}" type="presParOf" srcId="{D8DCB4BA-EB03-AF4F-A829-B65839914ED6}" destId="{E9F55A6C-5390-5F48-8875-4EDCFF28CF42}" srcOrd="1" destOrd="0" presId="urn:microsoft.com/office/officeart/2008/layout/LinedList"/>
    <dgm:cxn modelId="{02EE5F2D-3126-AB40-9D73-77DA5111FDD4}" type="presParOf" srcId="{795BBE00-59EF-384A-A81F-50BC023152A4}" destId="{B07D93C3-5250-0149-83FF-6B0D5D0377FB}" srcOrd="4" destOrd="0" presId="urn:microsoft.com/office/officeart/2008/layout/LinedList"/>
    <dgm:cxn modelId="{34CA2579-6079-2542-BB75-68A75541E09B}" type="presParOf" srcId="{795BBE00-59EF-384A-A81F-50BC023152A4}" destId="{590AE01A-B68D-624C-8761-A67358765B78}" srcOrd="5" destOrd="0" presId="urn:microsoft.com/office/officeart/2008/layout/LinedList"/>
    <dgm:cxn modelId="{1039D2D4-2A81-7349-A76D-B6B080F17FB7}" type="presParOf" srcId="{590AE01A-B68D-624C-8761-A67358765B78}" destId="{19CDF997-1B21-3343-87C5-93AF46A0C95A}" srcOrd="0" destOrd="0" presId="urn:microsoft.com/office/officeart/2008/layout/LinedList"/>
    <dgm:cxn modelId="{9F46FC48-E0C2-2045-AB84-AD972D30E35E}" type="presParOf" srcId="{590AE01A-B68D-624C-8761-A67358765B78}" destId="{C9FA93E4-E857-4D45-8CFC-815D3A60CF65}" srcOrd="1" destOrd="0" presId="urn:microsoft.com/office/officeart/2008/layout/LinedList"/>
    <dgm:cxn modelId="{14C7BDAE-AB7E-AF40-B296-7380C1B8DDB6}" type="presParOf" srcId="{795BBE00-59EF-384A-A81F-50BC023152A4}" destId="{076576DD-09AC-4B44-B628-405FD8ED7E6F}" srcOrd="6" destOrd="0" presId="urn:microsoft.com/office/officeart/2008/layout/LinedList"/>
    <dgm:cxn modelId="{3B3AD5C3-54C0-864D-9318-ABEA28073B85}" type="presParOf" srcId="{795BBE00-59EF-384A-A81F-50BC023152A4}" destId="{B0FDED77-03A7-EC4D-8CF4-475062FDDBC4}" srcOrd="7" destOrd="0" presId="urn:microsoft.com/office/officeart/2008/layout/LinedList"/>
    <dgm:cxn modelId="{672C18CC-93A8-F04F-8D77-0C57BA1BA868}" type="presParOf" srcId="{B0FDED77-03A7-EC4D-8CF4-475062FDDBC4}" destId="{2CC28A32-2DED-274A-87FA-09072E87B536}" srcOrd="0" destOrd="0" presId="urn:microsoft.com/office/officeart/2008/layout/LinedList"/>
    <dgm:cxn modelId="{DBFDBE79-0606-DB4F-9D61-6E0320B1E1D8}" type="presParOf" srcId="{B0FDED77-03A7-EC4D-8CF4-475062FDDBC4}" destId="{45B08D87-0FCB-F348-A6F7-15A83A4F989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05948B-AAE6-4133-9171-E2054089874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7175F43-4B17-41BE-BED6-1447F38BD38C}">
      <dgm:prSet custT="1"/>
      <dgm:spPr/>
      <dgm:t>
        <a:bodyPr/>
        <a:lstStyle/>
        <a:p>
          <a:r>
            <a:rPr lang="en-US" sz="2000" dirty="0"/>
            <a:t>All regions have different requirement </a:t>
          </a:r>
        </a:p>
      </dgm:t>
    </dgm:pt>
    <dgm:pt modelId="{88E383D7-503B-4129-B5E3-82D868C22F27}" type="parTrans" cxnId="{C2A378D2-481C-493B-8C5F-D4C284C6773C}">
      <dgm:prSet/>
      <dgm:spPr/>
      <dgm:t>
        <a:bodyPr/>
        <a:lstStyle/>
        <a:p>
          <a:endParaRPr lang="en-US" sz="2800"/>
        </a:p>
      </dgm:t>
    </dgm:pt>
    <dgm:pt modelId="{4CFAC763-C9B7-46A3-B77F-63F5534692AF}" type="sibTrans" cxnId="{C2A378D2-481C-493B-8C5F-D4C284C6773C}">
      <dgm:prSet/>
      <dgm:spPr/>
      <dgm:t>
        <a:bodyPr/>
        <a:lstStyle/>
        <a:p>
          <a:endParaRPr lang="en-US" sz="2800"/>
        </a:p>
      </dgm:t>
    </dgm:pt>
    <dgm:pt modelId="{DBB39AA1-2FF2-40CE-A852-EB5B7BEADF8B}">
      <dgm:prSet custT="1"/>
      <dgm:spPr/>
      <dgm:t>
        <a:bodyPr/>
        <a:lstStyle/>
        <a:p>
          <a:r>
            <a:rPr lang="en-US" sz="2000" dirty="0"/>
            <a:t>USA – No entity and no tax number required </a:t>
          </a:r>
        </a:p>
      </dgm:t>
    </dgm:pt>
    <dgm:pt modelId="{1A3BB137-8F4D-4BCC-AA63-FFF7604100B4}" type="parTrans" cxnId="{6C0F81EB-1A84-4B2C-99B4-6657730F1B51}">
      <dgm:prSet/>
      <dgm:spPr/>
      <dgm:t>
        <a:bodyPr/>
        <a:lstStyle/>
        <a:p>
          <a:endParaRPr lang="en-US" sz="2800"/>
        </a:p>
      </dgm:t>
    </dgm:pt>
    <dgm:pt modelId="{0CB66BD3-BA8A-4282-B1F2-BBF1B606E56F}" type="sibTrans" cxnId="{6C0F81EB-1A84-4B2C-99B4-6657730F1B51}">
      <dgm:prSet/>
      <dgm:spPr/>
      <dgm:t>
        <a:bodyPr/>
        <a:lstStyle/>
        <a:p>
          <a:endParaRPr lang="en-US" sz="2800"/>
        </a:p>
      </dgm:t>
    </dgm:pt>
    <dgm:pt modelId="{2E66CCF1-A762-4E2B-A452-95C3B9D681AD}">
      <dgm:prSet custT="1"/>
      <dgm:spPr/>
      <dgm:t>
        <a:bodyPr/>
        <a:lstStyle/>
        <a:p>
          <a:r>
            <a:rPr lang="en-US" sz="2000" dirty="0"/>
            <a:t>Canada – No entity required ,  need VAT Number </a:t>
          </a:r>
        </a:p>
      </dgm:t>
    </dgm:pt>
    <dgm:pt modelId="{DDE75332-A90A-420D-AEA0-81EFA5EDEDBB}" type="parTrans" cxnId="{C661AC63-C881-4970-B9D1-BDF264EB7FA3}">
      <dgm:prSet/>
      <dgm:spPr/>
      <dgm:t>
        <a:bodyPr/>
        <a:lstStyle/>
        <a:p>
          <a:endParaRPr lang="en-US" sz="2800"/>
        </a:p>
      </dgm:t>
    </dgm:pt>
    <dgm:pt modelId="{DDC8D66D-AE88-46D9-9D08-8EC7D6BDD336}" type="sibTrans" cxnId="{C661AC63-C881-4970-B9D1-BDF264EB7FA3}">
      <dgm:prSet/>
      <dgm:spPr/>
      <dgm:t>
        <a:bodyPr/>
        <a:lstStyle/>
        <a:p>
          <a:endParaRPr lang="en-US" sz="2800"/>
        </a:p>
      </dgm:t>
    </dgm:pt>
    <dgm:pt modelId="{2399BAAB-1B96-4063-A00A-A853C4DB0DF3}">
      <dgm:prSet custT="1"/>
      <dgm:spPr/>
      <dgm:t>
        <a:bodyPr/>
        <a:lstStyle/>
        <a:p>
          <a:r>
            <a:rPr lang="en-US" sz="2000" dirty="0"/>
            <a:t>UK – No entity required , need VAT Number </a:t>
          </a:r>
        </a:p>
      </dgm:t>
    </dgm:pt>
    <dgm:pt modelId="{CF234956-3A24-42AB-9616-A5D554FCA038}" type="parTrans" cxnId="{4906B3FF-BE5D-4AE7-84A1-D6D580141B9A}">
      <dgm:prSet/>
      <dgm:spPr/>
      <dgm:t>
        <a:bodyPr/>
        <a:lstStyle/>
        <a:p>
          <a:endParaRPr lang="en-US" sz="2800"/>
        </a:p>
      </dgm:t>
    </dgm:pt>
    <dgm:pt modelId="{32EA55F2-4CB9-4917-BC48-A04686380788}" type="sibTrans" cxnId="{4906B3FF-BE5D-4AE7-84A1-D6D580141B9A}">
      <dgm:prSet/>
      <dgm:spPr/>
      <dgm:t>
        <a:bodyPr/>
        <a:lstStyle/>
        <a:p>
          <a:endParaRPr lang="en-US" sz="2800"/>
        </a:p>
      </dgm:t>
    </dgm:pt>
    <dgm:pt modelId="{D84C4860-6117-4DF9-9E7F-3943F7D214C4}">
      <dgm:prSet custT="1"/>
      <dgm:spPr/>
      <dgm:t>
        <a:bodyPr/>
        <a:lstStyle/>
        <a:p>
          <a:r>
            <a:rPr lang="en-US" sz="2000" dirty="0"/>
            <a:t>EU - No entity required , need VAT number .</a:t>
          </a:r>
        </a:p>
      </dgm:t>
    </dgm:pt>
    <dgm:pt modelId="{67A6EAE2-9E07-45A2-BE3A-079D1FD835FE}" type="parTrans" cxnId="{9BCD9CCA-F2E8-4A30-A010-0C2F4521D42C}">
      <dgm:prSet/>
      <dgm:spPr/>
      <dgm:t>
        <a:bodyPr/>
        <a:lstStyle/>
        <a:p>
          <a:endParaRPr lang="en-US" sz="2800"/>
        </a:p>
      </dgm:t>
    </dgm:pt>
    <dgm:pt modelId="{37292F18-87D3-489A-B0EC-F5C4B4FA3BA6}" type="sibTrans" cxnId="{9BCD9CCA-F2E8-4A30-A010-0C2F4521D42C}">
      <dgm:prSet/>
      <dgm:spPr/>
      <dgm:t>
        <a:bodyPr/>
        <a:lstStyle/>
        <a:p>
          <a:endParaRPr lang="en-US" sz="2800"/>
        </a:p>
      </dgm:t>
    </dgm:pt>
    <dgm:pt modelId="{E2A91C8F-8CF0-4427-943F-C4ACE3509D0F}">
      <dgm:prSet custT="1"/>
      <dgm:spPr/>
      <dgm:t>
        <a:bodyPr/>
        <a:lstStyle/>
        <a:p>
          <a:r>
            <a:rPr lang="en-US" sz="2000" dirty="0"/>
            <a:t>Australia – No entity required no tax number .</a:t>
          </a:r>
        </a:p>
      </dgm:t>
    </dgm:pt>
    <dgm:pt modelId="{346218B7-3C0F-43E2-A63B-642ECA61B09C}" type="parTrans" cxnId="{B9781D28-1A36-4D15-B9C9-74304E00644D}">
      <dgm:prSet/>
      <dgm:spPr/>
      <dgm:t>
        <a:bodyPr/>
        <a:lstStyle/>
        <a:p>
          <a:endParaRPr lang="en-US" sz="2800"/>
        </a:p>
      </dgm:t>
    </dgm:pt>
    <dgm:pt modelId="{AA245335-C302-40B2-8592-B1E56BF99B64}" type="sibTrans" cxnId="{B9781D28-1A36-4D15-B9C9-74304E00644D}">
      <dgm:prSet/>
      <dgm:spPr/>
      <dgm:t>
        <a:bodyPr/>
        <a:lstStyle/>
        <a:p>
          <a:endParaRPr lang="en-US" sz="2800"/>
        </a:p>
      </dgm:t>
    </dgm:pt>
    <dgm:pt modelId="{263C7C13-B33A-4AF0-A533-8BB55ED2DAF1}">
      <dgm:prSet custT="1"/>
      <dgm:spPr/>
      <dgm:t>
        <a:bodyPr/>
        <a:lstStyle/>
        <a:p>
          <a:r>
            <a:rPr lang="en-US" sz="2000" dirty="0"/>
            <a:t>UAE – need to do product registration, Entity formation and VAT . (This can be management by notional 3rd part) </a:t>
          </a:r>
        </a:p>
      </dgm:t>
    </dgm:pt>
    <dgm:pt modelId="{CA058BDD-1178-476C-B4B5-FFFB57238295}" type="parTrans" cxnId="{0D82CC78-2E06-46BF-BAB5-24C426F1B2BA}">
      <dgm:prSet/>
      <dgm:spPr/>
      <dgm:t>
        <a:bodyPr/>
        <a:lstStyle/>
        <a:p>
          <a:endParaRPr lang="en-US" sz="2800"/>
        </a:p>
      </dgm:t>
    </dgm:pt>
    <dgm:pt modelId="{29C17C12-6A28-4269-98C5-974BD47E84C1}" type="sibTrans" cxnId="{0D82CC78-2E06-46BF-BAB5-24C426F1B2BA}">
      <dgm:prSet/>
      <dgm:spPr/>
      <dgm:t>
        <a:bodyPr/>
        <a:lstStyle/>
        <a:p>
          <a:endParaRPr lang="en-US" sz="2800"/>
        </a:p>
      </dgm:t>
    </dgm:pt>
    <dgm:pt modelId="{228D640B-BAC4-5C4B-BA59-89F9B7FB63D6}" type="pres">
      <dgm:prSet presAssocID="{9205948B-AAE6-4133-9171-E20540898740}" presName="linear" presStyleCnt="0">
        <dgm:presLayoutVars>
          <dgm:animLvl val="lvl"/>
          <dgm:resizeHandles val="exact"/>
        </dgm:presLayoutVars>
      </dgm:prSet>
      <dgm:spPr/>
    </dgm:pt>
    <dgm:pt modelId="{1F45E46C-52DE-4A41-9148-77D5F6FC5ACD}" type="pres">
      <dgm:prSet presAssocID="{47175F43-4B17-41BE-BED6-1447F38BD38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94B5172-D998-CF4F-8DDB-05B6210266B3}" type="pres">
      <dgm:prSet presAssocID="{4CFAC763-C9B7-46A3-B77F-63F5534692AF}" presName="spacer" presStyleCnt="0"/>
      <dgm:spPr/>
    </dgm:pt>
    <dgm:pt modelId="{D176ECCE-A619-054D-B3E5-680D15E47CE6}" type="pres">
      <dgm:prSet presAssocID="{DBB39AA1-2FF2-40CE-A852-EB5B7BEADF8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14F1D97-4C90-0B4C-B522-288EC7614616}" type="pres">
      <dgm:prSet presAssocID="{0CB66BD3-BA8A-4282-B1F2-BBF1B606E56F}" presName="spacer" presStyleCnt="0"/>
      <dgm:spPr/>
    </dgm:pt>
    <dgm:pt modelId="{72749C66-0B9E-3D49-97B0-0813D928C140}" type="pres">
      <dgm:prSet presAssocID="{2E66CCF1-A762-4E2B-A452-95C3B9D681A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2CB1492-6E1D-424F-9DFE-955245BB56B7}" type="pres">
      <dgm:prSet presAssocID="{DDC8D66D-AE88-46D9-9D08-8EC7D6BDD336}" presName="spacer" presStyleCnt="0"/>
      <dgm:spPr/>
    </dgm:pt>
    <dgm:pt modelId="{6987F134-D7B7-A84F-B897-E217084D1AA0}" type="pres">
      <dgm:prSet presAssocID="{2399BAAB-1B96-4063-A00A-A853C4DB0DF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1D8781C-9C2B-D64C-8E3C-99C55B816D3D}" type="pres">
      <dgm:prSet presAssocID="{32EA55F2-4CB9-4917-BC48-A04686380788}" presName="spacer" presStyleCnt="0"/>
      <dgm:spPr/>
    </dgm:pt>
    <dgm:pt modelId="{1F9593FE-7ED1-E54C-863B-DC3C1FA1FD27}" type="pres">
      <dgm:prSet presAssocID="{D84C4860-6117-4DF9-9E7F-3943F7D214C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9C6C7A4-0C47-0448-9083-FBC0DEEB7F1C}" type="pres">
      <dgm:prSet presAssocID="{37292F18-87D3-489A-B0EC-F5C4B4FA3BA6}" presName="spacer" presStyleCnt="0"/>
      <dgm:spPr/>
    </dgm:pt>
    <dgm:pt modelId="{3F053A8E-1912-CD42-8925-FF5E33B398AF}" type="pres">
      <dgm:prSet presAssocID="{E2A91C8F-8CF0-4427-943F-C4ACE3509D0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12E81D4-A5D1-A54B-8621-15E180C3030E}" type="pres">
      <dgm:prSet presAssocID="{AA245335-C302-40B2-8592-B1E56BF99B64}" presName="spacer" presStyleCnt="0"/>
      <dgm:spPr/>
    </dgm:pt>
    <dgm:pt modelId="{61CBFAC4-C947-AB43-A04E-B94BF66BDD4B}" type="pres">
      <dgm:prSet presAssocID="{263C7C13-B33A-4AF0-A533-8BB55ED2DAF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5EA6821-B182-554F-8AE4-D09B4882211C}" type="presOf" srcId="{263C7C13-B33A-4AF0-A533-8BB55ED2DAF1}" destId="{61CBFAC4-C947-AB43-A04E-B94BF66BDD4B}" srcOrd="0" destOrd="0" presId="urn:microsoft.com/office/officeart/2005/8/layout/vList2"/>
    <dgm:cxn modelId="{E9002F25-717E-5B4F-9E43-E7C217CB30FF}" type="presOf" srcId="{2E66CCF1-A762-4E2B-A452-95C3B9D681AD}" destId="{72749C66-0B9E-3D49-97B0-0813D928C140}" srcOrd="0" destOrd="0" presId="urn:microsoft.com/office/officeart/2005/8/layout/vList2"/>
    <dgm:cxn modelId="{B9781D28-1A36-4D15-B9C9-74304E00644D}" srcId="{9205948B-AAE6-4133-9171-E20540898740}" destId="{E2A91C8F-8CF0-4427-943F-C4ACE3509D0F}" srcOrd="5" destOrd="0" parTransId="{346218B7-3C0F-43E2-A63B-642ECA61B09C}" sibTransId="{AA245335-C302-40B2-8592-B1E56BF99B64}"/>
    <dgm:cxn modelId="{8745C83F-5095-A549-ADFE-259690E9ED82}" type="presOf" srcId="{47175F43-4B17-41BE-BED6-1447F38BD38C}" destId="{1F45E46C-52DE-4A41-9148-77D5F6FC5ACD}" srcOrd="0" destOrd="0" presId="urn:microsoft.com/office/officeart/2005/8/layout/vList2"/>
    <dgm:cxn modelId="{74C6D951-5CF2-5040-B85B-6EE38DF9F683}" type="presOf" srcId="{9205948B-AAE6-4133-9171-E20540898740}" destId="{228D640B-BAC4-5C4B-BA59-89F9B7FB63D6}" srcOrd="0" destOrd="0" presId="urn:microsoft.com/office/officeart/2005/8/layout/vList2"/>
    <dgm:cxn modelId="{C661AC63-C881-4970-B9D1-BDF264EB7FA3}" srcId="{9205948B-AAE6-4133-9171-E20540898740}" destId="{2E66CCF1-A762-4E2B-A452-95C3B9D681AD}" srcOrd="2" destOrd="0" parTransId="{DDE75332-A90A-420D-AEA0-81EFA5EDEDBB}" sibTransId="{DDC8D66D-AE88-46D9-9D08-8EC7D6BDD336}"/>
    <dgm:cxn modelId="{0D82CC78-2E06-46BF-BAB5-24C426F1B2BA}" srcId="{9205948B-AAE6-4133-9171-E20540898740}" destId="{263C7C13-B33A-4AF0-A533-8BB55ED2DAF1}" srcOrd="6" destOrd="0" parTransId="{CA058BDD-1178-476C-B4B5-FFFB57238295}" sibTransId="{29C17C12-6A28-4269-98C5-974BD47E84C1}"/>
    <dgm:cxn modelId="{B8BFC27C-47F1-6F42-9BA0-25A9A88F522C}" type="presOf" srcId="{D84C4860-6117-4DF9-9E7F-3943F7D214C4}" destId="{1F9593FE-7ED1-E54C-863B-DC3C1FA1FD27}" srcOrd="0" destOrd="0" presId="urn:microsoft.com/office/officeart/2005/8/layout/vList2"/>
    <dgm:cxn modelId="{FD94B58F-1C09-CF40-8B88-E7D907EB9151}" type="presOf" srcId="{DBB39AA1-2FF2-40CE-A852-EB5B7BEADF8B}" destId="{D176ECCE-A619-054D-B3E5-680D15E47CE6}" srcOrd="0" destOrd="0" presId="urn:microsoft.com/office/officeart/2005/8/layout/vList2"/>
    <dgm:cxn modelId="{E244E4B2-79AF-4D49-832A-EB0C0251551C}" type="presOf" srcId="{2399BAAB-1B96-4063-A00A-A853C4DB0DF3}" destId="{6987F134-D7B7-A84F-B897-E217084D1AA0}" srcOrd="0" destOrd="0" presId="urn:microsoft.com/office/officeart/2005/8/layout/vList2"/>
    <dgm:cxn modelId="{9BCD9CCA-F2E8-4A30-A010-0C2F4521D42C}" srcId="{9205948B-AAE6-4133-9171-E20540898740}" destId="{D84C4860-6117-4DF9-9E7F-3943F7D214C4}" srcOrd="4" destOrd="0" parTransId="{67A6EAE2-9E07-45A2-BE3A-079D1FD835FE}" sibTransId="{37292F18-87D3-489A-B0EC-F5C4B4FA3BA6}"/>
    <dgm:cxn modelId="{264874CD-A303-D444-8F03-BC075189FC95}" type="presOf" srcId="{E2A91C8F-8CF0-4427-943F-C4ACE3509D0F}" destId="{3F053A8E-1912-CD42-8925-FF5E33B398AF}" srcOrd="0" destOrd="0" presId="urn:microsoft.com/office/officeart/2005/8/layout/vList2"/>
    <dgm:cxn modelId="{C2A378D2-481C-493B-8C5F-D4C284C6773C}" srcId="{9205948B-AAE6-4133-9171-E20540898740}" destId="{47175F43-4B17-41BE-BED6-1447F38BD38C}" srcOrd="0" destOrd="0" parTransId="{88E383D7-503B-4129-B5E3-82D868C22F27}" sibTransId="{4CFAC763-C9B7-46A3-B77F-63F5534692AF}"/>
    <dgm:cxn modelId="{6C0F81EB-1A84-4B2C-99B4-6657730F1B51}" srcId="{9205948B-AAE6-4133-9171-E20540898740}" destId="{DBB39AA1-2FF2-40CE-A852-EB5B7BEADF8B}" srcOrd="1" destOrd="0" parTransId="{1A3BB137-8F4D-4BCC-AA63-FFF7604100B4}" sibTransId="{0CB66BD3-BA8A-4282-B1F2-BBF1B606E56F}"/>
    <dgm:cxn modelId="{4906B3FF-BE5D-4AE7-84A1-D6D580141B9A}" srcId="{9205948B-AAE6-4133-9171-E20540898740}" destId="{2399BAAB-1B96-4063-A00A-A853C4DB0DF3}" srcOrd="3" destOrd="0" parTransId="{CF234956-3A24-42AB-9616-A5D554FCA038}" sibTransId="{32EA55F2-4CB9-4917-BC48-A04686380788}"/>
    <dgm:cxn modelId="{FFACF9D5-4D3E-4145-923F-69F07A1E29AA}" type="presParOf" srcId="{228D640B-BAC4-5C4B-BA59-89F9B7FB63D6}" destId="{1F45E46C-52DE-4A41-9148-77D5F6FC5ACD}" srcOrd="0" destOrd="0" presId="urn:microsoft.com/office/officeart/2005/8/layout/vList2"/>
    <dgm:cxn modelId="{92B1BE4F-0FB6-ED47-8AAE-21B197880BD1}" type="presParOf" srcId="{228D640B-BAC4-5C4B-BA59-89F9B7FB63D6}" destId="{494B5172-D998-CF4F-8DDB-05B6210266B3}" srcOrd="1" destOrd="0" presId="urn:microsoft.com/office/officeart/2005/8/layout/vList2"/>
    <dgm:cxn modelId="{F53FB757-85B2-DA40-BDBD-062C3E3AF58D}" type="presParOf" srcId="{228D640B-BAC4-5C4B-BA59-89F9B7FB63D6}" destId="{D176ECCE-A619-054D-B3E5-680D15E47CE6}" srcOrd="2" destOrd="0" presId="urn:microsoft.com/office/officeart/2005/8/layout/vList2"/>
    <dgm:cxn modelId="{7F153973-04B5-A744-B309-29F9CAC68E72}" type="presParOf" srcId="{228D640B-BAC4-5C4B-BA59-89F9B7FB63D6}" destId="{B14F1D97-4C90-0B4C-B522-288EC7614616}" srcOrd="3" destOrd="0" presId="urn:microsoft.com/office/officeart/2005/8/layout/vList2"/>
    <dgm:cxn modelId="{2E8A44DA-B303-424F-8B13-C244AA770668}" type="presParOf" srcId="{228D640B-BAC4-5C4B-BA59-89F9B7FB63D6}" destId="{72749C66-0B9E-3D49-97B0-0813D928C140}" srcOrd="4" destOrd="0" presId="urn:microsoft.com/office/officeart/2005/8/layout/vList2"/>
    <dgm:cxn modelId="{325EEFE5-3D43-AE40-8F6D-1CC1231D43B9}" type="presParOf" srcId="{228D640B-BAC4-5C4B-BA59-89F9B7FB63D6}" destId="{D2CB1492-6E1D-424F-9DFE-955245BB56B7}" srcOrd="5" destOrd="0" presId="urn:microsoft.com/office/officeart/2005/8/layout/vList2"/>
    <dgm:cxn modelId="{C08AE026-5072-E340-B00F-59985F6B9A40}" type="presParOf" srcId="{228D640B-BAC4-5C4B-BA59-89F9B7FB63D6}" destId="{6987F134-D7B7-A84F-B897-E217084D1AA0}" srcOrd="6" destOrd="0" presId="urn:microsoft.com/office/officeart/2005/8/layout/vList2"/>
    <dgm:cxn modelId="{7242F288-6369-4F49-B19A-F42071371783}" type="presParOf" srcId="{228D640B-BAC4-5C4B-BA59-89F9B7FB63D6}" destId="{B1D8781C-9C2B-D64C-8E3C-99C55B816D3D}" srcOrd="7" destOrd="0" presId="urn:microsoft.com/office/officeart/2005/8/layout/vList2"/>
    <dgm:cxn modelId="{17C9F41F-11BE-B248-BB53-A2C4A8E6E87D}" type="presParOf" srcId="{228D640B-BAC4-5C4B-BA59-89F9B7FB63D6}" destId="{1F9593FE-7ED1-E54C-863B-DC3C1FA1FD27}" srcOrd="8" destOrd="0" presId="urn:microsoft.com/office/officeart/2005/8/layout/vList2"/>
    <dgm:cxn modelId="{DB399243-A0A3-E44A-87D9-C8586767FA34}" type="presParOf" srcId="{228D640B-BAC4-5C4B-BA59-89F9B7FB63D6}" destId="{49C6C7A4-0C47-0448-9083-FBC0DEEB7F1C}" srcOrd="9" destOrd="0" presId="urn:microsoft.com/office/officeart/2005/8/layout/vList2"/>
    <dgm:cxn modelId="{14834C08-B4D0-AB4B-B4C8-4032DE4A4365}" type="presParOf" srcId="{228D640B-BAC4-5C4B-BA59-89F9B7FB63D6}" destId="{3F053A8E-1912-CD42-8925-FF5E33B398AF}" srcOrd="10" destOrd="0" presId="urn:microsoft.com/office/officeart/2005/8/layout/vList2"/>
    <dgm:cxn modelId="{2B7A523E-92D2-8341-8193-E78560F8C87C}" type="presParOf" srcId="{228D640B-BAC4-5C4B-BA59-89F9B7FB63D6}" destId="{F12E81D4-A5D1-A54B-8621-15E180C3030E}" srcOrd="11" destOrd="0" presId="urn:microsoft.com/office/officeart/2005/8/layout/vList2"/>
    <dgm:cxn modelId="{7F2976C7-B02E-4D44-B5A6-92AAF6BCA4B9}" type="presParOf" srcId="{228D640B-BAC4-5C4B-BA59-89F9B7FB63D6}" destId="{61CBFAC4-C947-AB43-A04E-B94BF66BDD4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F47318-C353-4C84-8604-922DF4840B7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3365EA-98CD-4F38-AEBB-9317FDDD809C}">
      <dgm:prSet custT="1"/>
      <dgm:spPr/>
      <dgm:t>
        <a:bodyPr/>
        <a:lstStyle/>
        <a:p>
          <a:r>
            <a:rPr lang="en-US" sz="2800" dirty="0"/>
            <a:t>Product compliance is Region wise.</a:t>
          </a:r>
        </a:p>
      </dgm:t>
    </dgm:pt>
    <dgm:pt modelId="{7A743453-35AD-488C-8BD9-C3588E5C3FE0}" type="parTrans" cxnId="{BB4B049F-61F9-40AD-A626-38A52F507550}">
      <dgm:prSet/>
      <dgm:spPr/>
      <dgm:t>
        <a:bodyPr/>
        <a:lstStyle/>
        <a:p>
          <a:endParaRPr lang="en-US" sz="1400"/>
        </a:p>
      </dgm:t>
    </dgm:pt>
    <dgm:pt modelId="{A3B095F0-22D3-4B59-BB29-81FDFF655B0A}" type="sibTrans" cxnId="{BB4B049F-61F9-40AD-A626-38A52F507550}">
      <dgm:prSet/>
      <dgm:spPr/>
      <dgm:t>
        <a:bodyPr/>
        <a:lstStyle/>
        <a:p>
          <a:endParaRPr lang="en-US" sz="1400"/>
        </a:p>
      </dgm:t>
    </dgm:pt>
    <dgm:pt modelId="{DF09C203-6D1B-47E4-9786-3B164F15A09A}">
      <dgm:prSet custT="1"/>
      <dgm:spPr/>
      <dgm:t>
        <a:bodyPr/>
        <a:lstStyle/>
        <a:p>
          <a:r>
            <a:rPr lang="en-US" sz="2800" dirty="0"/>
            <a:t>A third party agency services will be used for compliance part and all certifications.</a:t>
          </a:r>
        </a:p>
      </dgm:t>
    </dgm:pt>
    <dgm:pt modelId="{E49C6414-0EAC-4231-B755-AF3E59C20C19}" type="parTrans" cxnId="{806DC5BD-03FC-4F6E-BCA9-A138A2F31318}">
      <dgm:prSet/>
      <dgm:spPr/>
      <dgm:t>
        <a:bodyPr/>
        <a:lstStyle/>
        <a:p>
          <a:endParaRPr lang="en-US" sz="1400"/>
        </a:p>
      </dgm:t>
    </dgm:pt>
    <dgm:pt modelId="{7845E727-1193-45C8-B210-2B5497E00170}" type="sibTrans" cxnId="{806DC5BD-03FC-4F6E-BCA9-A138A2F31318}">
      <dgm:prSet/>
      <dgm:spPr/>
      <dgm:t>
        <a:bodyPr/>
        <a:lstStyle/>
        <a:p>
          <a:endParaRPr lang="en-US" sz="1400"/>
        </a:p>
      </dgm:t>
    </dgm:pt>
    <dgm:pt modelId="{6EF52CE0-808E-AF46-9DAD-73E749376B9D}" type="pres">
      <dgm:prSet presAssocID="{C3F47318-C353-4C84-8604-922DF4840B7D}" presName="linear" presStyleCnt="0">
        <dgm:presLayoutVars>
          <dgm:animLvl val="lvl"/>
          <dgm:resizeHandles val="exact"/>
        </dgm:presLayoutVars>
      </dgm:prSet>
      <dgm:spPr/>
    </dgm:pt>
    <dgm:pt modelId="{8F3D92DB-4E9B-464A-8D87-51FFCB0E4635}" type="pres">
      <dgm:prSet presAssocID="{D93365EA-98CD-4F38-AEBB-9317FDDD809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744D274-B8B1-DC47-9A8E-53353A047BBE}" type="pres">
      <dgm:prSet presAssocID="{A3B095F0-22D3-4B59-BB29-81FDFF655B0A}" presName="spacer" presStyleCnt="0"/>
      <dgm:spPr/>
    </dgm:pt>
    <dgm:pt modelId="{6062BF3F-0DD4-8048-A0C6-F03B9A675C10}" type="pres">
      <dgm:prSet presAssocID="{DF09C203-6D1B-47E4-9786-3B164F15A09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A1CF10D-250E-4848-ACA3-C1643B44A540}" type="presOf" srcId="{DF09C203-6D1B-47E4-9786-3B164F15A09A}" destId="{6062BF3F-0DD4-8048-A0C6-F03B9A675C10}" srcOrd="0" destOrd="0" presId="urn:microsoft.com/office/officeart/2005/8/layout/vList2"/>
    <dgm:cxn modelId="{C47E2A68-E8A5-D14E-8914-CBDF160F43E6}" type="presOf" srcId="{C3F47318-C353-4C84-8604-922DF4840B7D}" destId="{6EF52CE0-808E-AF46-9DAD-73E749376B9D}" srcOrd="0" destOrd="0" presId="urn:microsoft.com/office/officeart/2005/8/layout/vList2"/>
    <dgm:cxn modelId="{BB4B049F-61F9-40AD-A626-38A52F507550}" srcId="{C3F47318-C353-4C84-8604-922DF4840B7D}" destId="{D93365EA-98CD-4F38-AEBB-9317FDDD809C}" srcOrd="0" destOrd="0" parTransId="{7A743453-35AD-488C-8BD9-C3588E5C3FE0}" sibTransId="{A3B095F0-22D3-4B59-BB29-81FDFF655B0A}"/>
    <dgm:cxn modelId="{806DC5BD-03FC-4F6E-BCA9-A138A2F31318}" srcId="{C3F47318-C353-4C84-8604-922DF4840B7D}" destId="{DF09C203-6D1B-47E4-9786-3B164F15A09A}" srcOrd="1" destOrd="0" parTransId="{E49C6414-0EAC-4231-B755-AF3E59C20C19}" sibTransId="{7845E727-1193-45C8-B210-2B5497E00170}"/>
    <dgm:cxn modelId="{9D44BAEA-C58E-794C-B458-272966DF1A1D}" type="presOf" srcId="{D93365EA-98CD-4F38-AEBB-9317FDDD809C}" destId="{8F3D92DB-4E9B-464A-8D87-51FFCB0E4635}" srcOrd="0" destOrd="0" presId="urn:microsoft.com/office/officeart/2005/8/layout/vList2"/>
    <dgm:cxn modelId="{71FC90EA-8E56-0A45-B73C-26290418AC52}" type="presParOf" srcId="{6EF52CE0-808E-AF46-9DAD-73E749376B9D}" destId="{8F3D92DB-4E9B-464A-8D87-51FFCB0E4635}" srcOrd="0" destOrd="0" presId="urn:microsoft.com/office/officeart/2005/8/layout/vList2"/>
    <dgm:cxn modelId="{56875CB9-8DF6-D94B-A89A-0C7CA514D0C0}" type="presParOf" srcId="{6EF52CE0-808E-AF46-9DAD-73E749376B9D}" destId="{1744D274-B8B1-DC47-9A8E-53353A047BBE}" srcOrd="1" destOrd="0" presId="urn:microsoft.com/office/officeart/2005/8/layout/vList2"/>
    <dgm:cxn modelId="{62A2DBCE-4C2A-6642-B725-61D4FD891C99}" type="presParOf" srcId="{6EF52CE0-808E-AF46-9DAD-73E749376B9D}" destId="{6062BF3F-0DD4-8048-A0C6-F03B9A675C1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1B00385-E206-4923-B2F6-35ADEF42735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485DE61-061D-4277-A31F-4239C0BE501E}">
      <dgm:prSet/>
      <dgm:spPr/>
      <dgm:t>
        <a:bodyPr/>
        <a:lstStyle/>
        <a:p>
          <a:r>
            <a:rPr lang="en-US" dirty="0"/>
            <a:t>Market wise, category wise  top seller  and the sales data will be provided to for understanding market potential.</a:t>
          </a:r>
        </a:p>
      </dgm:t>
    </dgm:pt>
    <dgm:pt modelId="{8D89627A-9D2F-4697-823F-79FCD0129D10}" type="parTrans" cxnId="{18472FA8-BD48-41D9-ABB6-E40BE78BB69E}">
      <dgm:prSet/>
      <dgm:spPr/>
      <dgm:t>
        <a:bodyPr/>
        <a:lstStyle/>
        <a:p>
          <a:endParaRPr lang="en-US"/>
        </a:p>
      </dgm:t>
    </dgm:pt>
    <dgm:pt modelId="{49059B23-CE81-498C-8AF5-10B889CCCC57}" type="sibTrans" cxnId="{18472FA8-BD48-41D9-ABB6-E40BE78BB69E}">
      <dgm:prSet/>
      <dgm:spPr/>
      <dgm:t>
        <a:bodyPr/>
        <a:lstStyle/>
        <a:p>
          <a:endParaRPr lang="en-US"/>
        </a:p>
      </dgm:t>
    </dgm:pt>
    <dgm:pt modelId="{DF9CC5E3-9A90-4C5D-B4FF-78728C961F14}">
      <dgm:prSet/>
      <dgm:spPr/>
      <dgm:t>
        <a:bodyPr/>
        <a:lstStyle/>
        <a:p>
          <a:r>
            <a:rPr lang="en-US" dirty="0"/>
            <a:t>Based on this data we can match the product line </a:t>
          </a:r>
        </a:p>
      </dgm:t>
    </dgm:pt>
    <dgm:pt modelId="{96044158-5505-4E2E-9C38-1973F3A3DF6C}" type="parTrans" cxnId="{DD467D6A-9030-4F2B-B0B9-D33E52CD5246}">
      <dgm:prSet/>
      <dgm:spPr/>
      <dgm:t>
        <a:bodyPr/>
        <a:lstStyle/>
        <a:p>
          <a:endParaRPr lang="en-US"/>
        </a:p>
      </dgm:t>
    </dgm:pt>
    <dgm:pt modelId="{659C9B28-F247-487E-A479-547D7A80445B}" type="sibTrans" cxnId="{DD467D6A-9030-4F2B-B0B9-D33E52CD5246}">
      <dgm:prSet/>
      <dgm:spPr/>
      <dgm:t>
        <a:bodyPr/>
        <a:lstStyle/>
        <a:p>
          <a:endParaRPr lang="en-US"/>
        </a:p>
      </dgm:t>
    </dgm:pt>
    <dgm:pt modelId="{845E8BB2-44D5-4DD0-8B0D-50F94A24621B}">
      <dgm:prSet/>
      <dgm:spPr/>
      <dgm:t>
        <a:bodyPr/>
        <a:lstStyle/>
        <a:p>
          <a:r>
            <a:rPr lang="en-US" dirty="0"/>
            <a:t>Once product is identified we do price benchmarking </a:t>
          </a:r>
        </a:p>
      </dgm:t>
    </dgm:pt>
    <dgm:pt modelId="{3C1F4041-F489-4E41-9BA0-26E12F6AA4AF}" type="parTrans" cxnId="{CFC1BA59-53B9-427F-8171-0DE7CDF622D9}">
      <dgm:prSet/>
      <dgm:spPr/>
      <dgm:t>
        <a:bodyPr/>
        <a:lstStyle/>
        <a:p>
          <a:endParaRPr lang="en-US"/>
        </a:p>
      </dgm:t>
    </dgm:pt>
    <dgm:pt modelId="{7ADF00D3-8E07-4007-B9AF-07B469F3D889}" type="sibTrans" cxnId="{CFC1BA59-53B9-427F-8171-0DE7CDF622D9}">
      <dgm:prSet/>
      <dgm:spPr/>
      <dgm:t>
        <a:bodyPr/>
        <a:lstStyle/>
        <a:p>
          <a:endParaRPr lang="en-US"/>
        </a:p>
      </dgm:t>
    </dgm:pt>
    <dgm:pt modelId="{68ABFDD2-BE95-4362-8728-DD9389F4C633}">
      <dgm:prSet/>
      <dgm:spPr/>
      <dgm:t>
        <a:bodyPr/>
        <a:lstStyle/>
        <a:p>
          <a:r>
            <a:rPr lang="en-US" dirty="0"/>
            <a:t>To ensure product selling is viable, in the proposed price we will share markdown calculation to find net realization .</a:t>
          </a:r>
        </a:p>
      </dgm:t>
    </dgm:pt>
    <dgm:pt modelId="{2F08E178-F190-4AD9-A89C-C17647F4E588}" type="parTrans" cxnId="{D7DC63D5-A623-45C4-A4FC-15C59333C919}">
      <dgm:prSet/>
      <dgm:spPr/>
      <dgm:t>
        <a:bodyPr/>
        <a:lstStyle/>
        <a:p>
          <a:endParaRPr lang="en-US"/>
        </a:p>
      </dgm:t>
    </dgm:pt>
    <dgm:pt modelId="{314B7A1D-417E-45C0-B630-9A5812E8D79E}" type="sibTrans" cxnId="{D7DC63D5-A623-45C4-A4FC-15C59333C919}">
      <dgm:prSet/>
      <dgm:spPr/>
      <dgm:t>
        <a:bodyPr/>
        <a:lstStyle/>
        <a:p>
          <a:endParaRPr lang="en-US"/>
        </a:p>
      </dgm:t>
    </dgm:pt>
    <dgm:pt modelId="{29701AA5-9CCA-44EC-B964-E9389429EDEA}">
      <dgm:prSet/>
      <dgm:spPr/>
      <dgm:t>
        <a:bodyPr/>
        <a:lstStyle/>
        <a:p>
          <a:r>
            <a:rPr lang="en-US" dirty="0"/>
            <a:t>Bases this data we finalize assortment </a:t>
          </a:r>
        </a:p>
      </dgm:t>
    </dgm:pt>
    <dgm:pt modelId="{75238497-7383-41AB-8F37-FA45834BC3B3}" type="parTrans" cxnId="{AB0AD25A-EC19-435E-A183-13E3D9A7B044}">
      <dgm:prSet/>
      <dgm:spPr/>
      <dgm:t>
        <a:bodyPr/>
        <a:lstStyle/>
        <a:p>
          <a:endParaRPr lang="en-US"/>
        </a:p>
      </dgm:t>
    </dgm:pt>
    <dgm:pt modelId="{2F6951BB-93B5-4BC1-AA18-EB2E97DB015D}" type="sibTrans" cxnId="{AB0AD25A-EC19-435E-A183-13E3D9A7B044}">
      <dgm:prSet/>
      <dgm:spPr/>
      <dgm:t>
        <a:bodyPr/>
        <a:lstStyle/>
        <a:p>
          <a:endParaRPr lang="en-US"/>
        </a:p>
      </dgm:t>
    </dgm:pt>
    <dgm:pt modelId="{107CCDF0-ED0B-414B-B9E8-E9D7B107C71E}" type="pres">
      <dgm:prSet presAssocID="{E1B00385-E206-4923-B2F6-35ADEF427357}" presName="vert0" presStyleCnt="0">
        <dgm:presLayoutVars>
          <dgm:dir/>
          <dgm:animOne val="branch"/>
          <dgm:animLvl val="lvl"/>
        </dgm:presLayoutVars>
      </dgm:prSet>
      <dgm:spPr/>
    </dgm:pt>
    <dgm:pt modelId="{2EB98BA3-3156-9145-8EFA-D65FC98A9E50}" type="pres">
      <dgm:prSet presAssocID="{F485DE61-061D-4277-A31F-4239C0BE501E}" presName="thickLine" presStyleLbl="alignNode1" presStyleIdx="0" presStyleCnt="5"/>
      <dgm:spPr/>
    </dgm:pt>
    <dgm:pt modelId="{F31406A8-F6CF-054D-BCDE-F0949EC5CAB2}" type="pres">
      <dgm:prSet presAssocID="{F485DE61-061D-4277-A31F-4239C0BE501E}" presName="horz1" presStyleCnt="0"/>
      <dgm:spPr/>
    </dgm:pt>
    <dgm:pt modelId="{96E90C70-AF85-5B43-B08E-ABF56C84AA7B}" type="pres">
      <dgm:prSet presAssocID="{F485DE61-061D-4277-A31F-4239C0BE501E}" presName="tx1" presStyleLbl="revTx" presStyleIdx="0" presStyleCnt="5"/>
      <dgm:spPr/>
    </dgm:pt>
    <dgm:pt modelId="{1C68CB49-EF73-6D4D-AA8A-8BFB4FA54D20}" type="pres">
      <dgm:prSet presAssocID="{F485DE61-061D-4277-A31F-4239C0BE501E}" presName="vert1" presStyleCnt="0"/>
      <dgm:spPr/>
    </dgm:pt>
    <dgm:pt modelId="{3E07FD85-0899-EB4B-98E2-B3BDD80EF3DF}" type="pres">
      <dgm:prSet presAssocID="{DF9CC5E3-9A90-4C5D-B4FF-78728C961F14}" presName="thickLine" presStyleLbl="alignNode1" presStyleIdx="1" presStyleCnt="5"/>
      <dgm:spPr/>
    </dgm:pt>
    <dgm:pt modelId="{49B8A074-0F99-9C47-BCAA-9823E2D08AC8}" type="pres">
      <dgm:prSet presAssocID="{DF9CC5E3-9A90-4C5D-B4FF-78728C961F14}" presName="horz1" presStyleCnt="0"/>
      <dgm:spPr/>
    </dgm:pt>
    <dgm:pt modelId="{8E9EE695-C00F-9745-B511-DD680D6FC628}" type="pres">
      <dgm:prSet presAssocID="{DF9CC5E3-9A90-4C5D-B4FF-78728C961F14}" presName="tx1" presStyleLbl="revTx" presStyleIdx="1" presStyleCnt="5"/>
      <dgm:spPr/>
    </dgm:pt>
    <dgm:pt modelId="{B08C93AE-D76F-3949-AAEE-2C7B434FC58C}" type="pres">
      <dgm:prSet presAssocID="{DF9CC5E3-9A90-4C5D-B4FF-78728C961F14}" presName="vert1" presStyleCnt="0"/>
      <dgm:spPr/>
    </dgm:pt>
    <dgm:pt modelId="{9C29C812-051D-154A-B76F-E67651FC1A89}" type="pres">
      <dgm:prSet presAssocID="{845E8BB2-44D5-4DD0-8B0D-50F94A24621B}" presName="thickLine" presStyleLbl="alignNode1" presStyleIdx="2" presStyleCnt="5"/>
      <dgm:spPr/>
    </dgm:pt>
    <dgm:pt modelId="{70FC324E-E8D7-BC49-BCA9-990ADBE863E3}" type="pres">
      <dgm:prSet presAssocID="{845E8BB2-44D5-4DD0-8B0D-50F94A24621B}" presName="horz1" presStyleCnt="0"/>
      <dgm:spPr/>
    </dgm:pt>
    <dgm:pt modelId="{A5972DE6-F6BE-2F48-AC21-38D005CE33DA}" type="pres">
      <dgm:prSet presAssocID="{845E8BB2-44D5-4DD0-8B0D-50F94A24621B}" presName="tx1" presStyleLbl="revTx" presStyleIdx="2" presStyleCnt="5"/>
      <dgm:spPr/>
    </dgm:pt>
    <dgm:pt modelId="{32B4CB80-FF84-B648-A695-C933F013BD01}" type="pres">
      <dgm:prSet presAssocID="{845E8BB2-44D5-4DD0-8B0D-50F94A24621B}" presName="vert1" presStyleCnt="0"/>
      <dgm:spPr/>
    </dgm:pt>
    <dgm:pt modelId="{1F271B66-0C81-5047-864E-3AF4A565F283}" type="pres">
      <dgm:prSet presAssocID="{68ABFDD2-BE95-4362-8728-DD9389F4C633}" presName="thickLine" presStyleLbl="alignNode1" presStyleIdx="3" presStyleCnt="5"/>
      <dgm:spPr/>
    </dgm:pt>
    <dgm:pt modelId="{B1C8B31E-C069-2B4F-822A-D12FC57BF232}" type="pres">
      <dgm:prSet presAssocID="{68ABFDD2-BE95-4362-8728-DD9389F4C633}" presName="horz1" presStyleCnt="0"/>
      <dgm:spPr/>
    </dgm:pt>
    <dgm:pt modelId="{F6319F9E-3DF3-6C43-B271-2B1FA0458E9D}" type="pres">
      <dgm:prSet presAssocID="{68ABFDD2-BE95-4362-8728-DD9389F4C633}" presName="tx1" presStyleLbl="revTx" presStyleIdx="3" presStyleCnt="5"/>
      <dgm:spPr/>
    </dgm:pt>
    <dgm:pt modelId="{95AD8D9E-4372-5247-8FF2-1E427EE0F101}" type="pres">
      <dgm:prSet presAssocID="{68ABFDD2-BE95-4362-8728-DD9389F4C633}" presName="vert1" presStyleCnt="0"/>
      <dgm:spPr/>
    </dgm:pt>
    <dgm:pt modelId="{958F925B-DC06-EA43-8193-E15CCB74A263}" type="pres">
      <dgm:prSet presAssocID="{29701AA5-9CCA-44EC-B964-E9389429EDEA}" presName="thickLine" presStyleLbl="alignNode1" presStyleIdx="4" presStyleCnt="5"/>
      <dgm:spPr/>
    </dgm:pt>
    <dgm:pt modelId="{93153921-08E1-3243-A72F-B68DF8DCD7D3}" type="pres">
      <dgm:prSet presAssocID="{29701AA5-9CCA-44EC-B964-E9389429EDEA}" presName="horz1" presStyleCnt="0"/>
      <dgm:spPr/>
    </dgm:pt>
    <dgm:pt modelId="{F77C6C83-0B21-1144-9315-CBB19D1C3409}" type="pres">
      <dgm:prSet presAssocID="{29701AA5-9CCA-44EC-B964-E9389429EDEA}" presName="tx1" presStyleLbl="revTx" presStyleIdx="4" presStyleCnt="5"/>
      <dgm:spPr/>
    </dgm:pt>
    <dgm:pt modelId="{4BE30256-D7DC-EF48-A192-145C55C71764}" type="pres">
      <dgm:prSet presAssocID="{29701AA5-9CCA-44EC-B964-E9389429EDEA}" presName="vert1" presStyleCnt="0"/>
      <dgm:spPr/>
    </dgm:pt>
  </dgm:ptLst>
  <dgm:cxnLst>
    <dgm:cxn modelId="{B460101A-B249-FD4F-904E-926F0F8A9B48}" type="presOf" srcId="{E1B00385-E206-4923-B2F6-35ADEF427357}" destId="{107CCDF0-ED0B-414B-B9E8-E9D7B107C71E}" srcOrd="0" destOrd="0" presId="urn:microsoft.com/office/officeart/2008/layout/LinedList"/>
    <dgm:cxn modelId="{5649B23C-9F2F-0F4E-82C0-B4AE9DCECC35}" type="presOf" srcId="{845E8BB2-44D5-4DD0-8B0D-50F94A24621B}" destId="{A5972DE6-F6BE-2F48-AC21-38D005CE33DA}" srcOrd="0" destOrd="0" presId="urn:microsoft.com/office/officeart/2008/layout/LinedList"/>
    <dgm:cxn modelId="{48B9D944-BF2F-5144-A001-38C756D396A7}" type="presOf" srcId="{DF9CC5E3-9A90-4C5D-B4FF-78728C961F14}" destId="{8E9EE695-C00F-9745-B511-DD680D6FC628}" srcOrd="0" destOrd="0" presId="urn:microsoft.com/office/officeart/2008/layout/LinedList"/>
    <dgm:cxn modelId="{CFC1BA59-53B9-427F-8171-0DE7CDF622D9}" srcId="{E1B00385-E206-4923-B2F6-35ADEF427357}" destId="{845E8BB2-44D5-4DD0-8B0D-50F94A24621B}" srcOrd="2" destOrd="0" parTransId="{3C1F4041-F489-4E41-9BA0-26E12F6AA4AF}" sibTransId="{7ADF00D3-8E07-4007-B9AF-07B469F3D889}"/>
    <dgm:cxn modelId="{AB0AD25A-EC19-435E-A183-13E3D9A7B044}" srcId="{E1B00385-E206-4923-B2F6-35ADEF427357}" destId="{29701AA5-9CCA-44EC-B964-E9389429EDEA}" srcOrd="4" destOrd="0" parTransId="{75238497-7383-41AB-8F37-FA45834BC3B3}" sibTransId="{2F6951BB-93B5-4BC1-AA18-EB2E97DB015D}"/>
    <dgm:cxn modelId="{B4D04866-A732-B14B-8DB1-B60C5F61833C}" type="presOf" srcId="{68ABFDD2-BE95-4362-8728-DD9389F4C633}" destId="{F6319F9E-3DF3-6C43-B271-2B1FA0458E9D}" srcOrd="0" destOrd="0" presId="urn:microsoft.com/office/officeart/2008/layout/LinedList"/>
    <dgm:cxn modelId="{DD467D6A-9030-4F2B-B0B9-D33E52CD5246}" srcId="{E1B00385-E206-4923-B2F6-35ADEF427357}" destId="{DF9CC5E3-9A90-4C5D-B4FF-78728C961F14}" srcOrd="1" destOrd="0" parTransId="{96044158-5505-4E2E-9C38-1973F3A3DF6C}" sibTransId="{659C9B28-F247-487E-A479-547D7A80445B}"/>
    <dgm:cxn modelId="{18472FA8-BD48-41D9-ABB6-E40BE78BB69E}" srcId="{E1B00385-E206-4923-B2F6-35ADEF427357}" destId="{F485DE61-061D-4277-A31F-4239C0BE501E}" srcOrd="0" destOrd="0" parTransId="{8D89627A-9D2F-4697-823F-79FCD0129D10}" sibTransId="{49059B23-CE81-498C-8AF5-10B889CCCC57}"/>
    <dgm:cxn modelId="{D4410CBA-2DAD-A64A-81F0-E13B13F20973}" type="presOf" srcId="{29701AA5-9CCA-44EC-B964-E9389429EDEA}" destId="{F77C6C83-0B21-1144-9315-CBB19D1C3409}" srcOrd="0" destOrd="0" presId="urn:microsoft.com/office/officeart/2008/layout/LinedList"/>
    <dgm:cxn modelId="{D7DC63D5-A623-45C4-A4FC-15C59333C919}" srcId="{E1B00385-E206-4923-B2F6-35ADEF427357}" destId="{68ABFDD2-BE95-4362-8728-DD9389F4C633}" srcOrd="3" destOrd="0" parTransId="{2F08E178-F190-4AD9-A89C-C17647F4E588}" sibTransId="{314B7A1D-417E-45C0-B630-9A5812E8D79E}"/>
    <dgm:cxn modelId="{A592C4D7-AF82-AB47-B814-C683DB4A2CA4}" type="presOf" srcId="{F485DE61-061D-4277-A31F-4239C0BE501E}" destId="{96E90C70-AF85-5B43-B08E-ABF56C84AA7B}" srcOrd="0" destOrd="0" presId="urn:microsoft.com/office/officeart/2008/layout/LinedList"/>
    <dgm:cxn modelId="{B01C9878-0202-1C4C-8CC2-694E37C589B8}" type="presParOf" srcId="{107CCDF0-ED0B-414B-B9E8-E9D7B107C71E}" destId="{2EB98BA3-3156-9145-8EFA-D65FC98A9E50}" srcOrd="0" destOrd="0" presId="urn:microsoft.com/office/officeart/2008/layout/LinedList"/>
    <dgm:cxn modelId="{40ADFD3B-34D9-0C49-A220-F1862278B63B}" type="presParOf" srcId="{107CCDF0-ED0B-414B-B9E8-E9D7B107C71E}" destId="{F31406A8-F6CF-054D-BCDE-F0949EC5CAB2}" srcOrd="1" destOrd="0" presId="urn:microsoft.com/office/officeart/2008/layout/LinedList"/>
    <dgm:cxn modelId="{93B93672-C185-5942-9C61-FAD825C394F8}" type="presParOf" srcId="{F31406A8-F6CF-054D-BCDE-F0949EC5CAB2}" destId="{96E90C70-AF85-5B43-B08E-ABF56C84AA7B}" srcOrd="0" destOrd="0" presId="urn:microsoft.com/office/officeart/2008/layout/LinedList"/>
    <dgm:cxn modelId="{AA9C9752-31FB-984E-8C97-8516DCD691D4}" type="presParOf" srcId="{F31406A8-F6CF-054D-BCDE-F0949EC5CAB2}" destId="{1C68CB49-EF73-6D4D-AA8A-8BFB4FA54D20}" srcOrd="1" destOrd="0" presId="urn:microsoft.com/office/officeart/2008/layout/LinedList"/>
    <dgm:cxn modelId="{0E6C10BA-EDA7-C743-98A0-1F9E26FEF002}" type="presParOf" srcId="{107CCDF0-ED0B-414B-B9E8-E9D7B107C71E}" destId="{3E07FD85-0899-EB4B-98E2-B3BDD80EF3DF}" srcOrd="2" destOrd="0" presId="urn:microsoft.com/office/officeart/2008/layout/LinedList"/>
    <dgm:cxn modelId="{F737C0CA-78E7-1645-B15F-F3D8CD1FB245}" type="presParOf" srcId="{107CCDF0-ED0B-414B-B9E8-E9D7B107C71E}" destId="{49B8A074-0F99-9C47-BCAA-9823E2D08AC8}" srcOrd="3" destOrd="0" presId="urn:microsoft.com/office/officeart/2008/layout/LinedList"/>
    <dgm:cxn modelId="{7BBF36AD-199D-3846-832A-FB78DC3706B2}" type="presParOf" srcId="{49B8A074-0F99-9C47-BCAA-9823E2D08AC8}" destId="{8E9EE695-C00F-9745-B511-DD680D6FC628}" srcOrd="0" destOrd="0" presId="urn:microsoft.com/office/officeart/2008/layout/LinedList"/>
    <dgm:cxn modelId="{B8AC41AB-CD97-4C4D-97A1-D1A98F401B0C}" type="presParOf" srcId="{49B8A074-0F99-9C47-BCAA-9823E2D08AC8}" destId="{B08C93AE-D76F-3949-AAEE-2C7B434FC58C}" srcOrd="1" destOrd="0" presId="urn:microsoft.com/office/officeart/2008/layout/LinedList"/>
    <dgm:cxn modelId="{D9E8A2A3-1586-A645-B251-C5BA827CA2B5}" type="presParOf" srcId="{107CCDF0-ED0B-414B-B9E8-E9D7B107C71E}" destId="{9C29C812-051D-154A-B76F-E67651FC1A89}" srcOrd="4" destOrd="0" presId="urn:microsoft.com/office/officeart/2008/layout/LinedList"/>
    <dgm:cxn modelId="{E432E0CC-0698-9C4B-A4EE-362F44409845}" type="presParOf" srcId="{107CCDF0-ED0B-414B-B9E8-E9D7B107C71E}" destId="{70FC324E-E8D7-BC49-BCA9-990ADBE863E3}" srcOrd="5" destOrd="0" presId="urn:microsoft.com/office/officeart/2008/layout/LinedList"/>
    <dgm:cxn modelId="{D8FB9C9E-59EC-644C-920D-C1675F038D65}" type="presParOf" srcId="{70FC324E-E8D7-BC49-BCA9-990ADBE863E3}" destId="{A5972DE6-F6BE-2F48-AC21-38D005CE33DA}" srcOrd="0" destOrd="0" presId="urn:microsoft.com/office/officeart/2008/layout/LinedList"/>
    <dgm:cxn modelId="{4C7BA09B-EF91-894C-B4F0-AE4B7EF86C4E}" type="presParOf" srcId="{70FC324E-E8D7-BC49-BCA9-990ADBE863E3}" destId="{32B4CB80-FF84-B648-A695-C933F013BD01}" srcOrd="1" destOrd="0" presId="urn:microsoft.com/office/officeart/2008/layout/LinedList"/>
    <dgm:cxn modelId="{3591D338-78AA-A444-A43F-676AA5A888A5}" type="presParOf" srcId="{107CCDF0-ED0B-414B-B9E8-E9D7B107C71E}" destId="{1F271B66-0C81-5047-864E-3AF4A565F283}" srcOrd="6" destOrd="0" presId="urn:microsoft.com/office/officeart/2008/layout/LinedList"/>
    <dgm:cxn modelId="{F052A7A3-E9C7-C449-808C-7FC8F2329DC9}" type="presParOf" srcId="{107CCDF0-ED0B-414B-B9E8-E9D7B107C71E}" destId="{B1C8B31E-C069-2B4F-822A-D12FC57BF232}" srcOrd="7" destOrd="0" presId="urn:microsoft.com/office/officeart/2008/layout/LinedList"/>
    <dgm:cxn modelId="{3E44869D-5229-BB4C-BB28-1EACDD575012}" type="presParOf" srcId="{B1C8B31E-C069-2B4F-822A-D12FC57BF232}" destId="{F6319F9E-3DF3-6C43-B271-2B1FA0458E9D}" srcOrd="0" destOrd="0" presId="urn:microsoft.com/office/officeart/2008/layout/LinedList"/>
    <dgm:cxn modelId="{B6056789-7AF1-E94F-BC4F-6C1D4138E2E0}" type="presParOf" srcId="{B1C8B31E-C069-2B4F-822A-D12FC57BF232}" destId="{95AD8D9E-4372-5247-8FF2-1E427EE0F101}" srcOrd="1" destOrd="0" presId="urn:microsoft.com/office/officeart/2008/layout/LinedList"/>
    <dgm:cxn modelId="{A3591033-5DE7-6845-82C4-6BA8296449D4}" type="presParOf" srcId="{107CCDF0-ED0B-414B-B9E8-E9D7B107C71E}" destId="{958F925B-DC06-EA43-8193-E15CCB74A263}" srcOrd="8" destOrd="0" presId="urn:microsoft.com/office/officeart/2008/layout/LinedList"/>
    <dgm:cxn modelId="{1072CCBC-18D2-2C4C-A14A-566FC5932F48}" type="presParOf" srcId="{107CCDF0-ED0B-414B-B9E8-E9D7B107C71E}" destId="{93153921-08E1-3243-A72F-B68DF8DCD7D3}" srcOrd="9" destOrd="0" presId="urn:microsoft.com/office/officeart/2008/layout/LinedList"/>
    <dgm:cxn modelId="{BBBA698D-C456-D24D-B7CD-87C5D923DBB5}" type="presParOf" srcId="{93153921-08E1-3243-A72F-B68DF8DCD7D3}" destId="{F77C6C83-0B21-1144-9315-CBB19D1C3409}" srcOrd="0" destOrd="0" presId="urn:microsoft.com/office/officeart/2008/layout/LinedList"/>
    <dgm:cxn modelId="{E4E35A49-005F-AB42-8B42-A51A89F21130}" type="presParOf" srcId="{93153921-08E1-3243-A72F-B68DF8DCD7D3}" destId="{4BE30256-D7DC-EF48-A192-145C55C717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FCD4ECE-7EDE-43C4-9D55-16B37F5DCB3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B69652C-840B-4713-BB4E-016C63871EBC}">
      <dgm:prSet custT="1"/>
      <dgm:spPr/>
      <dgm:t>
        <a:bodyPr/>
        <a:lstStyle/>
        <a:p>
          <a:r>
            <a:rPr lang="en-US" sz="2000" dirty="0"/>
            <a:t>Once product line is finalized </a:t>
          </a:r>
        </a:p>
      </dgm:t>
    </dgm:pt>
    <dgm:pt modelId="{33F4CAA4-A5B3-4D4D-8DE8-A6EA3500887A}" type="parTrans" cxnId="{B23212BA-C33B-40A9-AE67-B3C3955C3CB5}">
      <dgm:prSet/>
      <dgm:spPr/>
      <dgm:t>
        <a:bodyPr/>
        <a:lstStyle/>
        <a:p>
          <a:endParaRPr lang="en-US" sz="2000"/>
        </a:p>
      </dgm:t>
    </dgm:pt>
    <dgm:pt modelId="{29B3B781-3E7B-4537-923C-50626E13277F}" type="sibTrans" cxnId="{B23212BA-C33B-40A9-AE67-B3C3955C3CB5}">
      <dgm:prSet custT="1"/>
      <dgm:spPr/>
      <dgm:t>
        <a:bodyPr/>
        <a:lstStyle/>
        <a:p>
          <a:endParaRPr lang="en-US" sz="600" dirty="0"/>
        </a:p>
      </dgm:t>
    </dgm:pt>
    <dgm:pt modelId="{9D7A20E6-4813-44FB-AF78-98A04ADDA0CC}">
      <dgm:prSet custT="1"/>
      <dgm:spPr/>
      <dgm:t>
        <a:bodyPr/>
        <a:lstStyle/>
        <a:p>
          <a:r>
            <a:rPr lang="en-US" sz="2000" dirty="0"/>
            <a:t>Brand to share product information in specific CSV file or PIS file .</a:t>
          </a:r>
        </a:p>
      </dgm:t>
    </dgm:pt>
    <dgm:pt modelId="{F3DFD6B2-3A66-49A7-8DAE-0A304BEA60B8}" type="parTrans" cxnId="{EE07878A-D4F1-47E3-9277-FB3E67B64F08}">
      <dgm:prSet/>
      <dgm:spPr/>
      <dgm:t>
        <a:bodyPr/>
        <a:lstStyle/>
        <a:p>
          <a:endParaRPr lang="en-US" sz="2000"/>
        </a:p>
      </dgm:t>
    </dgm:pt>
    <dgm:pt modelId="{1F65D865-36AB-420C-A6C9-76B4A33963D9}" type="sibTrans" cxnId="{EE07878A-D4F1-47E3-9277-FB3E67B64F08}">
      <dgm:prSet custT="1"/>
      <dgm:spPr/>
      <dgm:t>
        <a:bodyPr/>
        <a:lstStyle/>
        <a:p>
          <a:endParaRPr lang="en-US" sz="600" dirty="0"/>
        </a:p>
      </dgm:t>
    </dgm:pt>
    <dgm:pt modelId="{2DCFA1E7-02F1-47BD-906C-AD1174C141A5}">
      <dgm:prSet custT="1"/>
      <dgm:spPr/>
      <dgm:t>
        <a:bodyPr/>
        <a:lstStyle/>
        <a:p>
          <a:r>
            <a:rPr lang="en-US" sz="2000" dirty="0"/>
            <a:t>Basis the PIS we will make content and seed key words.</a:t>
          </a:r>
        </a:p>
      </dgm:t>
    </dgm:pt>
    <dgm:pt modelId="{80E01B2B-DF1D-49B1-89AA-B32327956641}" type="parTrans" cxnId="{55D9B4CC-D414-4F65-95B1-E6798CC4C70B}">
      <dgm:prSet/>
      <dgm:spPr/>
      <dgm:t>
        <a:bodyPr/>
        <a:lstStyle/>
        <a:p>
          <a:endParaRPr lang="en-US" sz="2000"/>
        </a:p>
      </dgm:t>
    </dgm:pt>
    <dgm:pt modelId="{AFE42CC0-5F06-4AFE-A087-4DD2E9D34D8B}" type="sibTrans" cxnId="{55D9B4CC-D414-4F65-95B1-E6798CC4C70B}">
      <dgm:prSet custT="1"/>
      <dgm:spPr/>
      <dgm:t>
        <a:bodyPr/>
        <a:lstStyle/>
        <a:p>
          <a:endParaRPr lang="en-US" sz="600" dirty="0"/>
        </a:p>
      </dgm:t>
    </dgm:pt>
    <dgm:pt modelId="{7F4DDDDB-9AEB-45E2-8B81-6F0E916DF950}">
      <dgm:prSet custT="1"/>
      <dgm:spPr/>
      <dgm:t>
        <a:bodyPr/>
        <a:lstStyle/>
        <a:p>
          <a:r>
            <a:rPr lang="en-US" sz="2000" dirty="0"/>
            <a:t>We will create  listing creative, infographics, A + listing banner and infographics and finally the store front.</a:t>
          </a:r>
        </a:p>
      </dgm:t>
    </dgm:pt>
    <dgm:pt modelId="{72C29981-B4DD-4807-A609-A7C2532C1CC8}" type="parTrans" cxnId="{C6C3CC86-48CA-4DB0-97DB-DD45FDEC8947}">
      <dgm:prSet/>
      <dgm:spPr/>
      <dgm:t>
        <a:bodyPr/>
        <a:lstStyle/>
        <a:p>
          <a:endParaRPr lang="en-US" sz="2000"/>
        </a:p>
      </dgm:t>
    </dgm:pt>
    <dgm:pt modelId="{79CE9CC8-019B-48E3-9E79-78EBCE1D7ED8}" type="sibTrans" cxnId="{C6C3CC86-48CA-4DB0-97DB-DD45FDEC8947}">
      <dgm:prSet custT="1"/>
      <dgm:spPr/>
      <dgm:t>
        <a:bodyPr/>
        <a:lstStyle/>
        <a:p>
          <a:endParaRPr lang="en-US" sz="600" dirty="0"/>
        </a:p>
      </dgm:t>
    </dgm:pt>
    <dgm:pt modelId="{98705AF6-AFD9-491D-B287-F703216558DC}">
      <dgm:prSet custT="1"/>
      <dgm:spPr/>
      <dgm:t>
        <a:bodyPr/>
        <a:lstStyle/>
        <a:p>
          <a:r>
            <a:rPr lang="en-US" sz="2000" dirty="0"/>
            <a:t>Store front is our brand website within marketplace website.</a:t>
          </a:r>
        </a:p>
      </dgm:t>
    </dgm:pt>
    <dgm:pt modelId="{92D45A2F-0B33-4E8C-B5E3-6B0ECF1949F6}" type="parTrans" cxnId="{D5F83D85-14B5-4824-8C04-646A03570B3E}">
      <dgm:prSet/>
      <dgm:spPr/>
      <dgm:t>
        <a:bodyPr/>
        <a:lstStyle/>
        <a:p>
          <a:endParaRPr lang="en-US" sz="2000"/>
        </a:p>
      </dgm:t>
    </dgm:pt>
    <dgm:pt modelId="{E458AC91-C58E-4B86-9639-8E0BE45A8068}" type="sibTrans" cxnId="{D5F83D85-14B5-4824-8C04-646A03570B3E}">
      <dgm:prSet custT="1"/>
      <dgm:spPr/>
      <dgm:t>
        <a:bodyPr/>
        <a:lstStyle/>
        <a:p>
          <a:endParaRPr lang="en-US" sz="600" dirty="0"/>
        </a:p>
      </dgm:t>
    </dgm:pt>
    <dgm:pt modelId="{ADBD9001-DFC3-49D7-8648-4CC45132DC0A}">
      <dgm:prSet custT="1"/>
      <dgm:spPr/>
      <dgm:t>
        <a:bodyPr/>
        <a:lstStyle/>
        <a:p>
          <a:r>
            <a:rPr lang="en-US" sz="2000" dirty="0"/>
            <a:t>We need to create product videos and place them in listing / store front.</a:t>
          </a:r>
        </a:p>
      </dgm:t>
    </dgm:pt>
    <dgm:pt modelId="{D1206D74-7AB7-4920-8BD2-A7C59460A6C2}" type="parTrans" cxnId="{84879ECA-0FC3-41AA-845E-CE183877F09C}">
      <dgm:prSet/>
      <dgm:spPr/>
      <dgm:t>
        <a:bodyPr/>
        <a:lstStyle/>
        <a:p>
          <a:endParaRPr lang="en-US" sz="2000"/>
        </a:p>
      </dgm:t>
    </dgm:pt>
    <dgm:pt modelId="{29658730-ACEB-453D-8BDC-70E6765805AA}" type="sibTrans" cxnId="{84879ECA-0FC3-41AA-845E-CE183877F09C}">
      <dgm:prSet/>
      <dgm:spPr/>
      <dgm:t>
        <a:bodyPr/>
        <a:lstStyle/>
        <a:p>
          <a:endParaRPr lang="en-US" sz="2000"/>
        </a:p>
      </dgm:t>
    </dgm:pt>
    <dgm:pt modelId="{1DF6006B-98F5-6040-A44C-2EA02FC2B5F3}" type="pres">
      <dgm:prSet presAssocID="{2FCD4ECE-7EDE-43C4-9D55-16B37F5DCB3A}" presName="Name0" presStyleCnt="0">
        <dgm:presLayoutVars>
          <dgm:dir/>
          <dgm:resizeHandles val="exact"/>
        </dgm:presLayoutVars>
      </dgm:prSet>
      <dgm:spPr/>
    </dgm:pt>
    <dgm:pt modelId="{83EFA6D8-3E10-CA48-802C-990121DF98C7}" type="pres">
      <dgm:prSet presAssocID="{2B69652C-840B-4713-BB4E-016C63871EBC}" presName="node" presStyleLbl="node1" presStyleIdx="0" presStyleCnt="6">
        <dgm:presLayoutVars>
          <dgm:bulletEnabled val="1"/>
        </dgm:presLayoutVars>
      </dgm:prSet>
      <dgm:spPr/>
    </dgm:pt>
    <dgm:pt modelId="{3777484A-1E54-9145-AA45-2A205B489F42}" type="pres">
      <dgm:prSet presAssocID="{29B3B781-3E7B-4537-923C-50626E13277F}" presName="sibTrans" presStyleLbl="sibTrans1D1" presStyleIdx="0" presStyleCnt="5"/>
      <dgm:spPr/>
    </dgm:pt>
    <dgm:pt modelId="{1D3DB2AD-76BD-2841-9DC5-17F8909B93BA}" type="pres">
      <dgm:prSet presAssocID="{29B3B781-3E7B-4537-923C-50626E13277F}" presName="connectorText" presStyleLbl="sibTrans1D1" presStyleIdx="0" presStyleCnt="5"/>
      <dgm:spPr/>
    </dgm:pt>
    <dgm:pt modelId="{FCC15E83-BA10-8543-A5DF-0EB29A919A0D}" type="pres">
      <dgm:prSet presAssocID="{9D7A20E6-4813-44FB-AF78-98A04ADDA0CC}" presName="node" presStyleLbl="node1" presStyleIdx="1" presStyleCnt="6">
        <dgm:presLayoutVars>
          <dgm:bulletEnabled val="1"/>
        </dgm:presLayoutVars>
      </dgm:prSet>
      <dgm:spPr/>
    </dgm:pt>
    <dgm:pt modelId="{D0883AFE-E61C-8045-A173-BA1A0A40839F}" type="pres">
      <dgm:prSet presAssocID="{1F65D865-36AB-420C-A6C9-76B4A33963D9}" presName="sibTrans" presStyleLbl="sibTrans1D1" presStyleIdx="1" presStyleCnt="5"/>
      <dgm:spPr/>
    </dgm:pt>
    <dgm:pt modelId="{84BCAF93-8433-0540-A399-2F263867E98E}" type="pres">
      <dgm:prSet presAssocID="{1F65D865-36AB-420C-A6C9-76B4A33963D9}" presName="connectorText" presStyleLbl="sibTrans1D1" presStyleIdx="1" presStyleCnt="5"/>
      <dgm:spPr/>
    </dgm:pt>
    <dgm:pt modelId="{751D3CD0-817C-7D4D-93AC-920BFC79233B}" type="pres">
      <dgm:prSet presAssocID="{2DCFA1E7-02F1-47BD-906C-AD1174C141A5}" presName="node" presStyleLbl="node1" presStyleIdx="2" presStyleCnt="6">
        <dgm:presLayoutVars>
          <dgm:bulletEnabled val="1"/>
        </dgm:presLayoutVars>
      </dgm:prSet>
      <dgm:spPr/>
    </dgm:pt>
    <dgm:pt modelId="{DF9DBEA9-B6D3-174B-9F18-09405996FE3A}" type="pres">
      <dgm:prSet presAssocID="{AFE42CC0-5F06-4AFE-A087-4DD2E9D34D8B}" presName="sibTrans" presStyleLbl="sibTrans1D1" presStyleIdx="2" presStyleCnt="5"/>
      <dgm:spPr/>
    </dgm:pt>
    <dgm:pt modelId="{FA14376F-0BE5-E549-AA34-89171F19B402}" type="pres">
      <dgm:prSet presAssocID="{AFE42CC0-5F06-4AFE-A087-4DD2E9D34D8B}" presName="connectorText" presStyleLbl="sibTrans1D1" presStyleIdx="2" presStyleCnt="5"/>
      <dgm:spPr/>
    </dgm:pt>
    <dgm:pt modelId="{6D98D2D4-89AA-704A-A355-2CEF489BD725}" type="pres">
      <dgm:prSet presAssocID="{7F4DDDDB-9AEB-45E2-8B81-6F0E916DF950}" presName="node" presStyleLbl="node1" presStyleIdx="3" presStyleCnt="6">
        <dgm:presLayoutVars>
          <dgm:bulletEnabled val="1"/>
        </dgm:presLayoutVars>
      </dgm:prSet>
      <dgm:spPr/>
    </dgm:pt>
    <dgm:pt modelId="{D89C7173-5320-B84D-BB97-83424B7D1510}" type="pres">
      <dgm:prSet presAssocID="{79CE9CC8-019B-48E3-9E79-78EBCE1D7ED8}" presName="sibTrans" presStyleLbl="sibTrans1D1" presStyleIdx="3" presStyleCnt="5"/>
      <dgm:spPr/>
    </dgm:pt>
    <dgm:pt modelId="{BCEFD8B6-ECF9-7E47-8B17-5FCEEACF85C6}" type="pres">
      <dgm:prSet presAssocID="{79CE9CC8-019B-48E3-9E79-78EBCE1D7ED8}" presName="connectorText" presStyleLbl="sibTrans1D1" presStyleIdx="3" presStyleCnt="5"/>
      <dgm:spPr/>
    </dgm:pt>
    <dgm:pt modelId="{6F4F55E7-E856-AF47-A31A-7AB11CA7CB09}" type="pres">
      <dgm:prSet presAssocID="{98705AF6-AFD9-491D-B287-F703216558DC}" presName="node" presStyleLbl="node1" presStyleIdx="4" presStyleCnt="6">
        <dgm:presLayoutVars>
          <dgm:bulletEnabled val="1"/>
        </dgm:presLayoutVars>
      </dgm:prSet>
      <dgm:spPr/>
    </dgm:pt>
    <dgm:pt modelId="{6BBD2796-AF13-1A47-BF96-E60366D6ECFA}" type="pres">
      <dgm:prSet presAssocID="{E458AC91-C58E-4B86-9639-8E0BE45A8068}" presName="sibTrans" presStyleLbl="sibTrans1D1" presStyleIdx="4" presStyleCnt="5"/>
      <dgm:spPr/>
    </dgm:pt>
    <dgm:pt modelId="{5165C22F-FCCF-2041-A1C3-09DF0C64424E}" type="pres">
      <dgm:prSet presAssocID="{E458AC91-C58E-4B86-9639-8E0BE45A8068}" presName="connectorText" presStyleLbl="sibTrans1D1" presStyleIdx="4" presStyleCnt="5"/>
      <dgm:spPr/>
    </dgm:pt>
    <dgm:pt modelId="{928E2D31-189C-7442-BEC2-B3930066B375}" type="pres">
      <dgm:prSet presAssocID="{ADBD9001-DFC3-49D7-8648-4CC45132DC0A}" presName="node" presStyleLbl="node1" presStyleIdx="5" presStyleCnt="6">
        <dgm:presLayoutVars>
          <dgm:bulletEnabled val="1"/>
        </dgm:presLayoutVars>
      </dgm:prSet>
      <dgm:spPr/>
    </dgm:pt>
  </dgm:ptLst>
  <dgm:cxnLst>
    <dgm:cxn modelId="{A3258017-3EFC-E445-A020-160602D9DFEE}" type="presOf" srcId="{AFE42CC0-5F06-4AFE-A087-4DD2E9D34D8B}" destId="{DF9DBEA9-B6D3-174B-9F18-09405996FE3A}" srcOrd="0" destOrd="0" presId="urn:microsoft.com/office/officeart/2016/7/layout/RepeatingBendingProcessNew"/>
    <dgm:cxn modelId="{454C1A19-04D4-5E48-B5C9-D56588E76A20}" type="presOf" srcId="{7F4DDDDB-9AEB-45E2-8B81-6F0E916DF950}" destId="{6D98D2D4-89AA-704A-A355-2CEF489BD725}" srcOrd="0" destOrd="0" presId="urn:microsoft.com/office/officeart/2016/7/layout/RepeatingBendingProcessNew"/>
    <dgm:cxn modelId="{EEE88831-2205-1B4F-9045-5A15F6ECC7AA}" type="presOf" srcId="{2DCFA1E7-02F1-47BD-906C-AD1174C141A5}" destId="{751D3CD0-817C-7D4D-93AC-920BFC79233B}" srcOrd="0" destOrd="0" presId="urn:microsoft.com/office/officeart/2016/7/layout/RepeatingBendingProcessNew"/>
    <dgm:cxn modelId="{DD40D433-0A54-9948-9CE6-8AA9B1CACFD0}" type="presOf" srcId="{2B69652C-840B-4713-BB4E-016C63871EBC}" destId="{83EFA6D8-3E10-CA48-802C-990121DF98C7}" srcOrd="0" destOrd="0" presId="urn:microsoft.com/office/officeart/2016/7/layout/RepeatingBendingProcessNew"/>
    <dgm:cxn modelId="{7CA6F84F-36D9-2147-A39E-DF3A2B3BD135}" type="presOf" srcId="{79CE9CC8-019B-48E3-9E79-78EBCE1D7ED8}" destId="{BCEFD8B6-ECF9-7E47-8B17-5FCEEACF85C6}" srcOrd="1" destOrd="0" presId="urn:microsoft.com/office/officeart/2016/7/layout/RepeatingBendingProcessNew"/>
    <dgm:cxn modelId="{44E7ED54-3777-2D4C-B6BB-1406D29D17A6}" type="presOf" srcId="{29B3B781-3E7B-4537-923C-50626E13277F}" destId="{3777484A-1E54-9145-AA45-2A205B489F42}" srcOrd="0" destOrd="0" presId="urn:microsoft.com/office/officeart/2016/7/layout/RepeatingBendingProcessNew"/>
    <dgm:cxn modelId="{94D17A5E-0E36-B54E-9727-DA7751E160C0}" type="presOf" srcId="{79CE9CC8-019B-48E3-9E79-78EBCE1D7ED8}" destId="{D89C7173-5320-B84D-BB97-83424B7D1510}" srcOrd="0" destOrd="0" presId="urn:microsoft.com/office/officeart/2016/7/layout/RepeatingBendingProcessNew"/>
    <dgm:cxn modelId="{0A34BC60-C23D-5049-8DF1-4223A91F3510}" type="presOf" srcId="{1F65D865-36AB-420C-A6C9-76B4A33963D9}" destId="{84BCAF93-8433-0540-A399-2F263867E98E}" srcOrd="1" destOrd="0" presId="urn:microsoft.com/office/officeart/2016/7/layout/RepeatingBendingProcessNew"/>
    <dgm:cxn modelId="{6089EF74-4D45-C142-A877-4C7FFB8E8E19}" type="presOf" srcId="{29B3B781-3E7B-4537-923C-50626E13277F}" destId="{1D3DB2AD-76BD-2841-9DC5-17F8909B93BA}" srcOrd="1" destOrd="0" presId="urn:microsoft.com/office/officeart/2016/7/layout/RepeatingBendingProcessNew"/>
    <dgm:cxn modelId="{CE5A9A75-F171-7C48-8F5B-8EE38547B357}" type="presOf" srcId="{98705AF6-AFD9-491D-B287-F703216558DC}" destId="{6F4F55E7-E856-AF47-A31A-7AB11CA7CB09}" srcOrd="0" destOrd="0" presId="urn:microsoft.com/office/officeart/2016/7/layout/RepeatingBendingProcessNew"/>
    <dgm:cxn modelId="{38DBDB84-F388-3C49-A740-A012EAF17545}" type="presOf" srcId="{9D7A20E6-4813-44FB-AF78-98A04ADDA0CC}" destId="{FCC15E83-BA10-8543-A5DF-0EB29A919A0D}" srcOrd="0" destOrd="0" presId="urn:microsoft.com/office/officeart/2016/7/layout/RepeatingBendingProcessNew"/>
    <dgm:cxn modelId="{D5F83D85-14B5-4824-8C04-646A03570B3E}" srcId="{2FCD4ECE-7EDE-43C4-9D55-16B37F5DCB3A}" destId="{98705AF6-AFD9-491D-B287-F703216558DC}" srcOrd="4" destOrd="0" parTransId="{92D45A2F-0B33-4E8C-B5E3-6B0ECF1949F6}" sibTransId="{E458AC91-C58E-4B86-9639-8E0BE45A8068}"/>
    <dgm:cxn modelId="{79638385-1540-D240-8453-F085ADA7D1CA}" type="presOf" srcId="{E458AC91-C58E-4B86-9639-8E0BE45A8068}" destId="{5165C22F-FCCF-2041-A1C3-09DF0C64424E}" srcOrd="1" destOrd="0" presId="urn:microsoft.com/office/officeart/2016/7/layout/RepeatingBendingProcessNew"/>
    <dgm:cxn modelId="{C6C3CC86-48CA-4DB0-97DB-DD45FDEC8947}" srcId="{2FCD4ECE-7EDE-43C4-9D55-16B37F5DCB3A}" destId="{7F4DDDDB-9AEB-45E2-8B81-6F0E916DF950}" srcOrd="3" destOrd="0" parTransId="{72C29981-B4DD-4807-A609-A7C2532C1CC8}" sibTransId="{79CE9CC8-019B-48E3-9E79-78EBCE1D7ED8}"/>
    <dgm:cxn modelId="{EE07878A-D4F1-47E3-9277-FB3E67B64F08}" srcId="{2FCD4ECE-7EDE-43C4-9D55-16B37F5DCB3A}" destId="{9D7A20E6-4813-44FB-AF78-98A04ADDA0CC}" srcOrd="1" destOrd="0" parTransId="{F3DFD6B2-3A66-49A7-8DAE-0A304BEA60B8}" sibTransId="{1F65D865-36AB-420C-A6C9-76B4A33963D9}"/>
    <dgm:cxn modelId="{B23212BA-C33B-40A9-AE67-B3C3955C3CB5}" srcId="{2FCD4ECE-7EDE-43C4-9D55-16B37F5DCB3A}" destId="{2B69652C-840B-4713-BB4E-016C63871EBC}" srcOrd="0" destOrd="0" parTransId="{33F4CAA4-A5B3-4D4D-8DE8-A6EA3500887A}" sibTransId="{29B3B781-3E7B-4537-923C-50626E13277F}"/>
    <dgm:cxn modelId="{13C2DAC5-C84B-D34E-8F51-6DABF17B9845}" type="presOf" srcId="{ADBD9001-DFC3-49D7-8648-4CC45132DC0A}" destId="{928E2D31-189C-7442-BEC2-B3930066B375}" srcOrd="0" destOrd="0" presId="urn:microsoft.com/office/officeart/2016/7/layout/RepeatingBendingProcessNew"/>
    <dgm:cxn modelId="{724D27C8-7130-C247-8013-6453C930CC15}" type="presOf" srcId="{1F65D865-36AB-420C-A6C9-76B4A33963D9}" destId="{D0883AFE-E61C-8045-A173-BA1A0A40839F}" srcOrd="0" destOrd="0" presId="urn:microsoft.com/office/officeart/2016/7/layout/RepeatingBendingProcessNew"/>
    <dgm:cxn modelId="{84879ECA-0FC3-41AA-845E-CE183877F09C}" srcId="{2FCD4ECE-7EDE-43C4-9D55-16B37F5DCB3A}" destId="{ADBD9001-DFC3-49D7-8648-4CC45132DC0A}" srcOrd="5" destOrd="0" parTransId="{D1206D74-7AB7-4920-8BD2-A7C59460A6C2}" sibTransId="{29658730-ACEB-453D-8BDC-70E6765805AA}"/>
    <dgm:cxn modelId="{55D9B4CC-D414-4F65-95B1-E6798CC4C70B}" srcId="{2FCD4ECE-7EDE-43C4-9D55-16B37F5DCB3A}" destId="{2DCFA1E7-02F1-47BD-906C-AD1174C141A5}" srcOrd="2" destOrd="0" parTransId="{80E01B2B-DF1D-49B1-89AA-B32327956641}" sibTransId="{AFE42CC0-5F06-4AFE-A087-4DD2E9D34D8B}"/>
    <dgm:cxn modelId="{BD138BD4-2696-DB43-A521-E989FC4BFC53}" type="presOf" srcId="{E458AC91-C58E-4B86-9639-8E0BE45A8068}" destId="{6BBD2796-AF13-1A47-BF96-E60366D6ECFA}" srcOrd="0" destOrd="0" presId="urn:microsoft.com/office/officeart/2016/7/layout/RepeatingBendingProcessNew"/>
    <dgm:cxn modelId="{B1C7D1E4-0AD2-AA4E-ADFF-A181E2E9634F}" type="presOf" srcId="{AFE42CC0-5F06-4AFE-A087-4DD2E9D34D8B}" destId="{FA14376F-0BE5-E549-AA34-89171F19B402}" srcOrd="1" destOrd="0" presId="urn:microsoft.com/office/officeart/2016/7/layout/RepeatingBendingProcessNew"/>
    <dgm:cxn modelId="{3F7FCAFE-1C48-4740-8DB9-9C14E1E30626}" type="presOf" srcId="{2FCD4ECE-7EDE-43C4-9D55-16B37F5DCB3A}" destId="{1DF6006B-98F5-6040-A44C-2EA02FC2B5F3}" srcOrd="0" destOrd="0" presId="urn:microsoft.com/office/officeart/2016/7/layout/RepeatingBendingProcessNew"/>
    <dgm:cxn modelId="{7FF59A53-04E6-3143-B607-AF462CE8E96E}" type="presParOf" srcId="{1DF6006B-98F5-6040-A44C-2EA02FC2B5F3}" destId="{83EFA6D8-3E10-CA48-802C-990121DF98C7}" srcOrd="0" destOrd="0" presId="urn:microsoft.com/office/officeart/2016/7/layout/RepeatingBendingProcessNew"/>
    <dgm:cxn modelId="{06AC23AB-99AF-104D-89CB-7024BED9C7CB}" type="presParOf" srcId="{1DF6006B-98F5-6040-A44C-2EA02FC2B5F3}" destId="{3777484A-1E54-9145-AA45-2A205B489F42}" srcOrd="1" destOrd="0" presId="urn:microsoft.com/office/officeart/2016/7/layout/RepeatingBendingProcessNew"/>
    <dgm:cxn modelId="{4B773C12-4C15-5345-B50D-1BAAA654EC25}" type="presParOf" srcId="{3777484A-1E54-9145-AA45-2A205B489F42}" destId="{1D3DB2AD-76BD-2841-9DC5-17F8909B93BA}" srcOrd="0" destOrd="0" presId="urn:microsoft.com/office/officeart/2016/7/layout/RepeatingBendingProcessNew"/>
    <dgm:cxn modelId="{8649E9F3-1246-674B-9AEF-F6BEF7BBB22D}" type="presParOf" srcId="{1DF6006B-98F5-6040-A44C-2EA02FC2B5F3}" destId="{FCC15E83-BA10-8543-A5DF-0EB29A919A0D}" srcOrd="2" destOrd="0" presId="urn:microsoft.com/office/officeart/2016/7/layout/RepeatingBendingProcessNew"/>
    <dgm:cxn modelId="{39837A4A-A814-8545-B66D-828E555D916F}" type="presParOf" srcId="{1DF6006B-98F5-6040-A44C-2EA02FC2B5F3}" destId="{D0883AFE-E61C-8045-A173-BA1A0A40839F}" srcOrd="3" destOrd="0" presId="urn:microsoft.com/office/officeart/2016/7/layout/RepeatingBendingProcessNew"/>
    <dgm:cxn modelId="{65D6FA26-14CE-CD41-88DB-B07277D4A59B}" type="presParOf" srcId="{D0883AFE-E61C-8045-A173-BA1A0A40839F}" destId="{84BCAF93-8433-0540-A399-2F263867E98E}" srcOrd="0" destOrd="0" presId="urn:microsoft.com/office/officeart/2016/7/layout/RepeatingBendingProcessNew"/>
    <dgm:cxn modelId="{395A4159-78F1-F148-993F-352B001CC51B}" type="presParOf" srcId="{1DF6006B-98F5-6040-A44C-2EA02FC2B5F3}" destId="{751D3CD0-817C-7D4D-93AC-920BFC79233B}" srcOrd="4" destOrd="0" presId="urn:microsoft.com/office/officeart/2016/7/layout/RepeatingBendingProcessNew"/>
    <dgm:cxn modelId="{3D3E5D13-3366-AB4D-AEB1-3A96B4A8393B}" type="presParOf" srcId="{1DF6006B-98F5-6040-A44C-2EA02FC2B5F3}" destId="{DF9DBEA9-B6D3-174B-9F18-09405996FE3A}" srcOrd="5" destOrd="0" presId="urn:microsoft.com/office/officeart/2016/7/layout/RepeatingBendingProcessNew"/>
    <dgm:cxn modelId="{0E55A03C-B9AD-F64B-82D0-F7EE977B5774}" type="presParOf" srcId="{DF9DBEA9-B6D3-174B-9F18-09405996FE3A}" destId="{FA14376F-0BE5-E549-AA34-89171F19B402}" srcOrd="0" destOrd="0" presId="urn:microsoft.com/office/officeart/2016/7/layout/RepeatingBendingProcessNew"/>
    <dgm:cxn modelId="{66BD436A-FCB0-B84A-912D-FCF9DF9DACAB}" type="presParOf" srcId="{1DF6006B-98F5-6040-A44C-2EA02FC2B5F3}" destId="{6D98D2D4-89AA-704A-A355-2CEF489BD725}" srcOrd="6" destOrd="0" presId="urn:microsoft.com/office/officeart/2016/7/layout/RepeatingBendingProcessNew"/>
    <dgm:cxn modelId="{C4CC8CFD-88ED-B247-B4D6-71BF666DFFD8}" type="presParOf" srcId="{1DF6006B-98F5-6040-A44C-2EA02FC2B5F3}" destId="{D89C7173-5320-B84D-BB97-83424B7D1510}" srcOrd="7" destOrd="0" presId="urn:microsoft.com/office/officeart/2016/7/layout/RepeatingBendingProcessNew"/>
    <dgm:cxn modelId="{ACDDAF59-1B9A-6D4C-A2EF-BA4D540E6E40}" type="presParOf" srcId="{D89C7173-5320-B84D-BB97-83424B7D1510}" destId="{BCEFD8B6-ECF9-7E47-8B17-5FCEEACF85C6}" srcOrd="0" destOrd="0" presId="urn:microsoft.com/office/officeart/2016/7/layout/RepeatingBendingProcessNew"/>
    <dgm:cxn modelId="{171E6000-8FB9-E64A-A1AD-4C7F3728AE7B}" type="presParOf" srcId="{1DF6006B-98F5-6040-A44C-2EA02FC2B5F3}" destId="{6F4F55E7-E856-AF47-A31A-7AB11CA7CB09}" srcOrd="8" destOrd="0" presId="urn:microsoft.com/office/officeart/2016/7/layout/RepeatingBendingProcessNew"/>
    <dgm:cxn modelId="{71934A75-E68C-BD4D-8718-3305F370AFF1}" type="presParOf" srcId="{1DF6006B-98F5-6040-A44C-2EA02FC2B5F3}" destId="{6BBD2796-AF13-1A47-BF96-E60366D6ECFA}" srcOrd="9" destOrd="0" presId="urn:microsoft.com/office/officeart/2016/7/layout/RepeatingBendingProcessNew"/>
    <dgm:cxn modelId="{44891D02-2627-9E48-8CD4-347085F36473}" type="presParOf" srcId="{6BBD2796-AF13-1A47-BF96-E60366D6ECFA}" destId="{5165C22F-FCCF-2041-A1C3-09DF0C64424E}" srcOrd="0" destOrd="0" presId="urn:microsoft.com/office/officeart/2016/7/layout/RepeatingBendingProcessNew"/>
    <dgm:cxn modelId="{F82DF94E-AB27-B745-AA26-F63EDCC12D3F}" type="presParOf" srcId="{1DF6006B-98F5-6040-A44C-2EA02FC2B5F3}" destId="{928E2D31-189C-7442-BEC2-B3930066B375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A5E9A79-C4AE-4202-BDCC-621DA6AC9A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CB040CC-228C-450B-AC7D-AC6FDE73B558}">
      <dgm:prSet custT="1"/>
      <dgm:spPr/>
      <dgm:t>
        <a:bodyPr/>
        <a:lstStyle/>
        <a:p>
          <a:r>
            <a:rPr lang="en-US" sz="2000" dirty="0"/>
            <a:t>Product are made – live</a:t>
          </a:r>
        </a:p>
      </dgm:t>
    </dgm:pt>
    <dgm:pt modelId="{91855597-F63F-4550-ADD2-B6EECB176375}" type="parTrans" cxnId="{ACD2EB74-E65A-4B41-852A-C7C7B354E19D}">
      <dgm:prSet/>
      <dgm:spPr/>
      <dgm:t>
        <a:bodyPr/>
        <a:lstStyle/>
        <a:p>
          <a:endParaRPr lang="en-US" sz="2400"/>
        </a:p>
      </dgm:t>
    </dgm:pt>
    <dgm:pt modelId="{E6E049B9-DA5C-42F4-AAA7-CAA05F075B6B}" type="sibTrans" cxnId="{ACD2EB74-E65A-4B41-852A-C7C7B354E19D}">
      <dgm:prSet/>
      <dgm:spPr/>
      <dgm:t>
        <a:bodyPr/>
        <a:lstStyle/>
        <a:p>
          <a:endParaRPr lang="en-US" sz="2400"/>
        </a:p>
      </dgm:t>
    </dgm:pt>
    <dgm:pt modelId="{6319E420-A23C-4007-A0D2-9E7BFD8F578F}">
      <dgm:prSet custT="1"/>
      <dgm:spPr/>
      <dgm:t>
        <a:bodyPr/>
        <a:lstStyle/>
        <a:p>
          <a:r>
            <a:rPr lang="en-US" sz="2000" dirty="0"/>
            <a:t>Once listing is done and inventory is aligned, we plan for marketing budget.</a:t>
          </a:r>
        </a:p>
      </dgm:t>
    </dgm:pt>
    <dgm:pt modelId="{53F27D1E-9861-4325-9DCF-F6541E9ABF15}" type="parTrans" cxnId="{E4F281F8-A6C0-4018-AC68-3B7756FBB561}">
      <dgm:prSet/>
      <dgm:spPr/>
      <dgm:t>
        <a:bodyPr/>
        <a:lstStyle/>
        <a:p>
          <a:endParaRPr lang="en-US" sz="2400"/>
        </a:p>
      </dgm:t>
    </dgm:pt>
    <dgm:pt modelId="{82826A07-8F7D-4B22-907D-194CEC20C8CF}" type="sibTrans" cxnId="{E4F281F8-A6C0-4018-AC68-3B7756FBB561}">
      <dgm:prSet/>
      <dgm:spPr/>
      <dgm:t>
        <a:bodyPr/>
        <a:lstStyle/>
        <a:p>
          <a:endParaRPr lang="en-US" sz="2400"/>
        </a:p>
      </dgm:t>
    </dgm:pt>
    <dgm:pt modelId="{D0DA0C3D-28A4-42A6-B779-E1C073A8D640}">
      <dgm:prSet custT="1"/>
      <dgm:spPr/>
      <dgm:t>
        <a:bodyPr/>
        <a:lstStyle/>
        <a:p>
          <a:r>
            <a:rPr lang="en-US" sz="2000" dirty="0"/>
            <a:t>Advertisement campaign are set on portals.</a:t>
          </a:r>
        </a:p>
      </dgm:t>
    </dgm:pt>
    <dgm:pt modelId="{70EC06DF-B083-4707-AAEE-EA5415B66EE8}" type="parTrans" cxnId="{42A6A2B5-D1DC-432A-8726-194F4E8401A7}">
      <dgm:prSet/>
      <dgm:spPr/>
      <dgm:t>
        <a:bodyPr/>
        <a:lstStyle/>
        <a:p>
          <a:endParaRPr lang="en-US" sz="2400"/>
        </a:p>
      </dgm:t>
    </dgm:pt>
    <dgm:pt modelId="{7AC30496-E10C-4B0F-9824-7C9515A61733}" type="sibTrans" cxnId="{42A6A2B5-D1DC-432A-8726-194F4E8401A7}">
      <dgm:prSet/>
      <dgm:spPr/>
      <dgm:t>
        <a:bodyPr/>
        <a:lstStyle/>
        <a:p>
          <a:endParaRPr lang="en-US" sz="2400"/>
        </a:p>
      </dgm:t>
    </dgm:pt>
    <dgm:pt modelId="{F82E9F16-C939-4DCF-B799-F00C5EBED81E}">
      <dgm:prSet custT="1"/>
      <dgm:spPr/>
      <dgm:t>
        <a:bodyPr/>
        <a:lstStyle/>
        <a:p>
          <a:r>
            <a:rPr lang="en-US" sz="2000" dirty="0"/>
            <a:t>Product review process starts.</a:t>
          </a:r>
        </a:p>
      </dgm:t>
    </dgm:pt>
    <dgm:pt modelId="{2BEE4A12-7624-4E64-BD54-B478BC3CF4D7}" type="parTrans" cxnId="{0B2C3D91-1563-4358-A89E-103A47B04F20}">
      <dgm:prSet/>
      <dgm:spPr/>
      <dgm:t>
        <a:bodyPr/>
        <a:lstStyle/>
        <a:p>
          <a:endParaRPr lang="en-US" sz="2400"/>
        </a:p>
      </dgm:t>
    </dgm:pt>
    <dgm:pt modelId="{E133157D-F9E1-4CCA-8BE2-744BC0A6789E}" type="sibTrans" cxnId="{0B2C3D91-1563-4358-A89E-103A47B04F20}">
      <dgm:prSet/>
      <dgm:spPr/>
      <dgm:t>
        <a:bodyPr/>
        <a:lstStyle/>
        <a:p>
          <a:endParaRPr lang="en-US" sz="2400"/>
        </a:p>
      </dgm:t>
    </dgm:pt>
    <dgm:pt modelId="{5AE765A8-128E-47C1-8523-275876940FFF}">
      <dgm:prSet custT="1"/>
      <dgm:spPr/>
      <dgm:t>
        <a:bodyPr/>
        <a:lstStyle/>
        <a:p>
          <a:r>
            <a:rPr lang="en-US" sz="2000" dirty="0"/>
            <a:t>Start Driving numbers </a:t>
          </a:r>
        </a:p>
      </dgm:t>
    </dgm:pt>
    <dgm:pt modelId="{85BA7CA9-A8EC-4C26-82BE-21A50E3FF9B3}" type="parTrans" cxnId="{F119DEF0-0AF5-4A65-8C45-35A8BB682AF2}">
      <dgm:prSet/>
      <dgm:spPr/>
      <dgm:t>
        <a:bodyPr/>
        <a:lstStyle/>
        <a:p>
          <a:endParaRPr lang="en-US" sz="2400"/>
        </a:p>
      </dgm:t>
    </dgm:pt>
    <dgm:pt modelId="{9A72900C-5C4E-49EB-95E2-8FD0E145C24D}" type="sibTrans" cxnId="{F119DEF0-0AF5-4A65-8C45-35A8BB682AF2}">
      <dgm:prSet/>
      <dgm:spPr/>
      <dgm:t>
        <a:bodyPr/>
        <a:lstStyle/>
        <a:p>
          <a:endParaRPr lang="en-US" sz="2400"/>
        </a:p>
      </dgm:t>
    </dgm:pt>
    <dgm:pt modelId="{5D3FF5E2-52E8-4142-B8A1-C578BF0E7696}">
      <dgm:prSet custT="1"/>
      <dgm:spPr/>
      <dgm:t>
        <a:bodyPr/>
        <a:lstStyle/>
        <a:p>
          <a:r>
            <a:rPr lang="en-US" sz="2000" dirty="0"/>
            <a:t>Optimize campaigns </a:t>
          </a:r>
        </a:p>
      </dgm:t>
    </dgm:pt>
    <dgm:pt modelId="{638ECBB3-00D0-435E-BF64-78B7BEA5B249}" type="parTrans" cxnId="{5565B8B9-45D2-47B7-B02D-A462CB96301F}">
      <dgm:prSet/>
      <dgm:spPr/>
      <dgm:t>
        <a:bodyPr/>
        <a:lstStyle/>
        <a:p>
          <a:endParaRPr lang="en-US" sz="2400"/>
        </a:p>
      </dgm:t>
    </dgm:pt>
    <dgm:pt modelId="{9B91A8D8-5418-4A05-9ACD-C731AA08869A}" type="sibTrans" cxnId="{5565B8B9-45D2-47B7-B02D-A462CB96301F}">
      <dgm:prSet/>
      <dgm:spPr/>
      <dgm:t>
        <a:bodyPr/>
        <a:lstStyle/>
        <a:p>
          <a:endParaRPr lang="en-US" sz="2400"/>
        </a:p>
      </dgm:t>
    </dgm:pt>
    <dgm:pt modelId="{677FC98C-9CD8-4A12-806C-F4AB22CF8486}">
      <dgm:prSet custT="1"/>
      <dgm:spPr/>
      <dgm:t>
        <a:bodyPr/>
        <a:lstStyle/>
        <a:p>
          <a:r>
            <a:rPr lang="en-US" sz="2000" dirty="0"/>
            <a:t>Keep looking for deals, discounts and offering  </a:t>
          </a:r>
        </a:p>
      </dgm:t>
    </dgm:pt>
    <dgm:pt modelId="{9950D443-3585-4F5E-9292-16CE659437AA}" type="parTrans" cxnId="{433E964A-152F-4BB7-80FD-EA7CA414FD30}">
      <dgm:prSet/>
      <dgm:spPr/>
      <dgm:t>
        <a:bodyPr/>
        <a:lstStyle/>
        <a:p>
          <a:endParaRPr lang="en-US" sz="2400"/>
        </a:p>
      </dgm:t>
    </dgm:pt>
    <dgm:pt modelId="{1A371D0F-E058-41D2-95E8-C5052E805700}" type="sibTrans" cxnId="{433E964A-152F-4BB7-80FD-EA7CA414FD30}">
      <dgm:prSet/>
      <dgm:spPr/>
      <dgm:t>
        <a:bodyPr/>
        <a:lstStyle/>
        <a:p>
          <a:endParaRPr lang="en-US" sz="2400"/>
        </a:p>
      </dgm:t>
    </dgm:pt>
    <dgm:pt modelId="{EA509186-F7D8-4A66-A951-4C34E3EA5EC5}" type="pres">
      <dgm:prSet presAssocID="{DA5E9A79-C4AE-4202-BDCC-621DA6AC9A05}" presName="root" presStyleCnt="0">
        <dgm:presLayoutVars>
          <dgm:dir/>
          <dgm:resizeHandles val="exact"/>
        </dgm:presLayoutVars>
      </dgm:prSet>
      <dgm:spPr/>
    </dgm:pt>
    <dgm:pt modelId="{476DC3CE-AA47-44F3-B4E6-0BEA130ECF8D}" type="pres">
      <dgm:prSet presAssocID="{ECB040CC-228C-450B-AC7D-AC6FDE73B558}" presName="compNode" presStyleCnt="0"/>
      <dgm:spPr/>
    </dgm:pt>
    <dgm:pt modelId="{269EDD5E-0725-4FB1-B877-14E22DD843E9}" type="pres">
      <dgm:prSet presAssocID="{ECB040CC-228C-450B-AC7D-AC6FDE73B558}" presName="bgRect" presStyleLbl="bgShp" presStyleIdx="0" presStyleCnt="7"/>
      <dgm:spPr/>
    </dgm:pt>
    <dgm:pt modelId="{F9B67530-EBA5-4EA5-BAAE-840AE8DA362A}" type="pres">
      <dgm:prSet presAssocID="{ECB040CC-228C-450B-AC7D-AC6FDE73B55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163355F-8BA0-4410-BEFB-D9D4D9B36618}" type="pres">
      <dgm:prSet presAssocID="{ECB040CC-228C-450B-AC7D-AC6FDE73B558}" presName="spaceRect" presStyleCnt="0"/>
      <dgm:spPr/>
    </dgm:pt>
    <dgm:pt modelId="{6AFE2A08-3839-4986-AC5A-5AD701E61D9C}" type="pres">
      <dgm:prSet presAssocID="{ECB040CC-228C-450B-AC7D-AC6FDE73B558}" presName="parTx" presStyleLbl="revTx" presStyleIdx="0" presStyleCnt="7">
        <dgm:presLayoutVars>
          <dgm:chMax val="0"/>
          <dgm:chPref val="0"/>
        </dgm:presLayoutVars>
      </dgm:prSet>
      <dgm:spPr/>
    </dgm:pt>
    <dgm:pt modelId="{6FE70277-5A8E-48E4-8907-05665A568DC3}" type="pres">
      <dgm:prSet presAssocID="{E6E049B9-DA5C-42F4-AAA7-CAA05F075B6B}" presName="sibTrans" presStyleCnt="0"/>
      <dgm:spPr/>
    </dgm:pt>
    <dgm:pt modelId="{3494E503-7117-403E-B133-1B475B0C6762}" type="pres">
      <dgm:prSet presAssocID="{6319E420-A23C-4007-A0D2-9E7BFD8F578F}" presName="compNode" presStyleCnt="0"/>
      <dgm:spPr/>
    </dgm:pt>
    <dgm:pt modelId="{912B60D3-99EE-4CEC-9B7B-14B38E3061FA}" type="pres">
      <dgm:prSet presAssocID="{6319E420-A23C-4007-A0D2-9E7BFD8F578F}" presName="bgRect" presStyleLbl="bgShp" presStyleIdx="1" presStyleCnt="7"/>
      <dgm:spPr/>
    </dgm:pt>
    <dgm:pt modelId="{2E3AD86F-4A38-4B22-B46A-B916A81F8A2E}" type="pres">
      <dgm:prSet presAssocID="{6319E420-A23C-4007-A0D2-9E7BFD8F578F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CA12958B-9CF0-440A-9EB8-B1336F50FD0E}" type="pres">
      <dgm:prSet presAssocID="{6319E420-A23C-4007-A0D2-9E7BFD8F578F}" presName="spaceRect" presStyleCnt="0"/>
      <dgm:spPr/>
    </dgm:pt>
    <dgm:pt modelId="{DF556AAF-A7BA-42E7-BB08-D9FEB721E92C}" type="pres">
      <dgm:prSet presAssocID="{6319E420-A23C-4007-A0D2-9E7BFD8F578F}" presName="parTx" presStyleLbl="revTx" presStyleIdx="1" presStyleCnt="7">
        <dgm:presLayoutVars>
          <dgm:chMax val="0"/>
          <dgm:chPref val="0"/>
        </dgm:presLayoutVars>
      </dgm:prSet>
      <dgm:spPr/>
    </dgm:pt>
    <dgm:pt modelId="{C982D10E-AC08-4887-B7D7-94EF3A708640}" type="pres">
      <dgm:prSet presAssocID="{82826A07-8F7D-4B22-907D-194CEC20C8CF}" presName="sibTrans" presStyleCnt="0"/>
      <dgm:spPr/>
    </dgm:pt>
    <dgm:pt modelId="{E2DB61E4-8C33-4517-8AC0-EEC79FF9454F}" type="pres">
      <dgm:prSet presAssocID="{D0DA0C3D-28A4-42A6-B779-E1C073A8D640}" presName="compNode" presStyleCnt="0"/>
      <dgm:spPr/>
    </dgm:pt>
    <dgm:pt modelId="{88093A9D-EDD6-4D7B-9E7E-54674A4BF34A}" type="pres">
      <dgm:prSet presAssocID="{D0DA0C3D-28A4-42A6-B779-E1C073A8D640}" presName="bgRect" presStyleLbl="bgShp" presStyleIdx="2" presStyleCnt="7"/>
      <dgm:spPr/>
    </dgm:pt>
    <dgm:pt modelId="{08D3389F-092A-4DC8-8570-5D477A4D5D61}" type="pres">
      <dgm:prSet presAssocID="{D0DA0C3D-28A4-42A6-B779-E1C073A8D64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37985BD2-5C98-435F-9F65-B8BEE160E22E}" type="pres">
      <dgm:prSet presAssocID="{D0DA0C3D-28A4-42A6-B779-E1C073A8D640}" presName="spaceRect" presStyleCnt="0"/>
      <dgm:spPr/>
    </dgm:pt>
    <dgm:pt modelId="{93E93F2B-3C0C-44A3-87BE-085F89BAE99F}" type="pres">
      <dgm:prSet presAssocID="{D0DA0C3D-28A4-42A6-B779-E1C073A8D640}" presName="parTx" presStyleLbl="revTx" presStyleIdx="2" presStyleCnt="7">
        <dgm:presLayoutVars>
          <dgm:chMax val="0"/>
          <dgm:chPref val="0"/>
        </dgm:presLayoutVars>
      </dgm:prSet>
      <dgm:spPr/>
    </dgm:pt>
    <dgm:pt modelId="{5589BB42-21CE-4393-97BD-72CF70EC179E}" type="pres">
      <dgm:prSet presAssocID="{7AC30496-E10C-4B0F-9824-7C9515A61733}" presName="sibTrans" presStyleCnt="0"/>
      <dgm:spPr/>
    </dgm:pt>
    <dgm:pt modelId="{8A26984C-9997-415B-92EE-02F5941DED1F}" type="pres">
      <dgm:prSet presAssocID="{F82E9F16-C939-4DCF-B799-F00C5EBED81E}" presName="compNode" presStyleCnt="0"/>
      <dgm:spPr/>
    </dgm:pt>
    <dgm:pt modelId="{9301EF3F-29D4-43E8-8D85-612188EA4CC6}" type="pres">
      <dgm:prSet presAssocID="{F82E9F16-C939-4DCF-B799-F00C5EBED81E}" presName="bgRect" presStyleLbl="bgShp" presStyleIdx="3" presStyleCnt="7"/>
      <dgm:spPr/>
    </dgm:pt>
    <dgm:pt modelId="{3C1EFC5D-8489-453B-8CC0-372052BDC812}" type="pres">
      <dgm:prSet presAssocID="{F82E9F16-C939-4DCF-B799-F00C5EBED81E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2B3C9C1-72FB-438B-AFA6-996585FF7A35}" type="pres">
      <dgm:prSet presAssocID="{F82E9F16-C939-4DCF-B799-F00C5EBED81E}" presName="spaceRect" presStyleCnt="0"/>
      <dgm:spPr/>
    </dgm:pt>
    <dgm:pt modelId="{392C44A0-9028-42AF-AA52-4FE9530C56DC}" type="pres">
      <dgm:prSet presAssocID="{F82E9F16-C939-4DCF-B799-F00C5EBED81E}" presName="parTx" presStyleLbl="revTx" presStyleIdx="3" presStyleCnt="7">
        <dgm:presLayoutVars>
          <dgm:chMax val="0"/>
          <dgm:chPref val="0"/>
        </dgm:presLayoutVars>
      </dgm:prSet>
      <dgm:spPr/>
    </dgm:pt>
    <dgm:pt modelId="{1F70E62C-6F85-415C-ACFC-216652BF41A1}" type="pres">
      <dgm:prSet presAssocID="{E133157D-F9E1-4CCA-8BE2-744BC0A6789E}" presName="sibTrans" presStyleCnt="0"/>
      <dgm:spPr/>
    </dgm:pt>
    <dgm:pt modelId="{2C4B2A10-A870-4596-A2C3-BCE61947AF1E}" type="pres">
      <dgm:prSet presAssocID="{5AE765A8-128E-47C1-8523-275876940FFF}" presName="compNode" presStyleCnt="0"/>
      <dgm:spPr/>
    </dgm:pt>
    <dgm:pt modelId="{DDD05CA4-6AEF-44A8-A967-DA67A9509B10}" type="pres">
      <dgm:prSet presAssocID="{5AE765A8-128E-47C1-8523-275876940FFF}" presName="bgRect" presStyleLbl="bgShp" presStyleIdx="4" presStyleCnt="7"/>
      <dgm:spPr/>
    </dgm:pt>
    <dgm:pt modelId="{96EC95AA-457B-4F57-BE33-54306545B0AD}" type="pres">
      <dgm:prSet presAssocID="{5AE765A8-128E-47C1-8523-275876940FF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B32E735F-B385-4856-B22F-009BBE46702D}" type="pres">
      <dgm:prSet presAssocID="{5AE765A8-128E-47C1-8523-275876940FFF}" presName="spaceRect" presStyleCnt="0"/>
      <dgm:spPr/>
    </dgm:pt>
    <dgm:pt modelId="{E83647A4-D0B3-44EF-B092-3618FF3FCEB9}" type="pres">
      <dgm:prSet presAssocID="{5AE765A8-128E-47C1-8523-275876940FFF}" presName="parTx" presStyleLbl="revTx" presStyleIdx="4" presStyleCnt="7">
        <dgm:presLayoutVars>
          <dgm:chMax val="0"/>
          <dgm:chPref val="0"/>
        </dgm:presLayoutVars>
      </dgm:prSet>
      <dgm:spPr/>
    </dgm:pt>
    <dgm:pt modelId="{F452E289-CE1B-42B4-9B26-6613C9191B58}" type="pres">
      <dgm:prSet presAssocID="{9A72900C-5C4E-49EB-95E2-8FD0E145C24D}" presName="sibTrans" presStyleCnt="0"/>
      <dgm:spPr/>
    </dgm:pt>
    <dgm:pt modelId="{87B54A14-930C-4B8D-BB43-E62DB8B70FB8}" type="pres">
      <dgm:prSet presAssocID="{5D3FF5E2-52E8-4142-B8A1-C578BF0E7696}" presName="compNode" presStyleCnt="0"/>
      <dgm:spPr/>
    </dgm:pt>
    <dgm:pt modelId="{B03E2DBD-283A-45B8-B150-85B7D23FC11E}" type="pres">
      <dgm:prSet presAssocID="{5D3FF5E2-52E8-4142-B8A1-C578BF0E7696}" presName="bgRect" presStyleLbl="bgShp" presStyleIdx="5" presStyleCnt="7"/>
      <dgm:spPr/>
    </dgm:pt>
    <dgm:pt modelId="{67798C53-E88D-4C88-B652-300888D5C21E}" type="pres">
      <dgm:prSet presAssocID="{5D3FF5E2-52E8-4142-B8A1-C578BF0E769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41E2DC6B-C630-473F-97EA-9F47597FF860}" type="pres">
      <dgm:prSet presAssocID="{5D3FF5E2-52E8-4142-B8A1-C578BF0E7696}" presName="spaceRect" presStyleCnt="0"/>
      <dgm:spPr/>
    </dgm:pt>
    <dgm:pt modelId="{909AFB5E-B6D2-4D92-A249-FB7A45EA40F0}" type="pres">
      <dgm:prSet presAssocID="{5D3FF5E2-52E8-4142-B8A1-C578BF0E7696}" presName="parTx" presStyleLbl="revTx" presStyleIdx="5" presStyleCnt="7">
        <dgm:presLayoutVars>
          <dgm:chMax val="0"/>
          <dgm:chPref val="0"/>
        </dgm:presLayoutVars>
      </dgm:prSet>
      <dgm:spPr/>
    </dgm:pt>
    <dgm:pt modelId="{83AE27FA-D8B7-46D3-91C5-D72CA9B7C0DD}" type="pres">
      <dgm:prSet presAssocID="{9B91A8D8-5418-4A05-9ACD-C731AA08869A}" presName="sibTrans" presStyleCnt="0"/>
      <dgm:spPr/>
    </dgm:pt>
    <dgm:pt modelId="{97EB6EB8-7D6E-49D5-B1DD-1ADA119C02E2}" type="pres">
      <dgm:prSet presAssocID="{677FC98C-9CD8-4A12-806C-F4AB22CF8486}" presName="compNode" presStyleCnt="0"/>
      <dgm:spPr/>
    </dgm:pt>
    <dgm:pt modelId="{413F5CE1-0B36-41DA-A94B-2B310930B824}" type="pres">
      <dgm:prSet presAssocID="{677FC98C-9CD8-4A12-806C-F4AB22CF8486}" presName="bgRect" presStyleLbl="bgShp" presStyleIdx="6" presStyleCnt="7"/>
      <dgm:spPr/>
    </dgm:pt>
    <dgm:pt modelId="{D8ED6C54-F821-4DFC-B161-1452E0EF0BDC}" type="pres">
      <dgm:prSet presAssocID="{677FC98C-9CD8-4A12-806C-F4AB22CF848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noculars"/>
        </a:ext>
      </dgm:extLst>
    </dgm:pt>
    <dgm:pt modelId="{6C036261-D63A-414F-A88D-9E8E435D09B6}" type="pres">
      <dgm:prSet presAssocID="{677FC98C-9CD8-4A12-806C-F4AB22CF8486}" presName="spaceRect" presStyleCnt="0"/>
      <dgm:spPr/>
    </dgm:pt>
    <dgm:pt modelId="{E6AECD24-8A82-4724-B4D4-7DF063142FCB}" type="pres">
      <dgm:prSet presAssocID="{677FC98C-9CD8-4A12-806C-F4AB22CF8486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5C65702-263B-4BA3-A6E3-11D3D42263E7}" type="presOf" srcId="{6319E420-A23C-4007-A0D2-9E7BFD8F578F}" destId="{DF556AAF-A7BA-42E7-BB08-D9FEB721E92C}" srcOrd="0" destOrd="0" presId="urn:microsoft.com/office/officeart/2018/2/layout/IconVerticalSolidList"/>
    <dgm:cxn modelId="{433E964A-152F-4BB7-80FD-EA7CA414FD30}" srcId="{DA5E9A79-C4AE-4202-BDCC-621DA6AC9A05}" destId="{677FC98C-9CD8-4A12-806C-F4AB22CF8486}" srcOrd="6" destOrd="0" parTransId="{9950D443-3585-4F5E-9292-16CE659437AA}" sibTransId="{1A371D0F-E058-41D2-95E8-C5052E805700}"/>
    <dgm:cxn modelId="{50C59D4E-E3B9-454D-BA4D-AB9257CD9595}" type="presOf" srcId="{F82E9F16-C939-4DCF-B799-F00C5EBED81E}" destId="{392C44A0-9028-42AF-AA52-4FE9530C56DC}" srcOrd="0" destOrd="0" presId="urn:microsoft.com/office/officeart/2018/2/layout/IconVerticalSolidList"/>
    <dgm:cxn modelId="{817E1A72-C6D5-40F4-B863-183F1478F281}" type="presOf" srcId="{5AE765A8-128E-47C1-8523-275876940FFF}" destId="{E83647A4-D0B3-44EF-B092-3618FF3FCEB9}" srcOrd="0" destOrd="0" presId="urn:microsoft.com/office/officeart/2018/2/layout/IconVerticalSolidList"/>
    <dgm:cxn modelId="{ACD2EB74-E65A-4B41-852A-C7C7B354E19D}" srcId="{DA5E9A79-C4AE-4202-BDCC-621DA6AC9A05}" destId="{ECB040CC-228C-450B-AC7D-AC6FDE73B558}" srcOrd="0" destOrd="0" parTransId="{91855597-F63F-4550-ADD2-B6EECB176375}" sibTransId="{E6E049B9-DA5C-42F4-AAA7-CAA05F075B6B}"/>
    <dgm:cxn modelId="{DBC8F07F-3B44-4F3E-B7C0-5DCC9EE3D400}" type="presOf" srcId="{ECB040CC-228C-450B-AC7D-AC6FDE73B558}" destId="{6AFE2A08-3839-4986-AC5A-5AD701E61D9C}" srcOrd="0" destOrd="0" presId="urn:microsoft.com/office/officeart/2018/2/layout/IconVerticalSolidList"/>
    <dgm:cxn modelId="{0B2C3D91-1563-4358-A89E-103A47B04F20}" srcId="{DA5E9A79-C4AE-4202-BDCC-621DA6AC9A05}" destId="{F82E9F16-C939-4DCF-B799-F00C5EBED81E}" srcOrd="3" destOrd="0" parTransId="{2BEE4A12-7624-4E64-BD54-B478BC3CF4D7}" sibTransId="{E133157D-F9E1-4CCA-8BE2-744BC0A6789E}"/>
    <dgm:cxn modelId="{D4C85FAE-9E32-499E-8705-9411BDD21EC5}" type="presOf" srcId="{D0DA0C3D-28A4-42A6-B779-E1C073A8D640}" destId="{93E93F2B-3C0C-44A3-87BE-085F89BAE99F}" srcOrd="0" destOrd="0" presId="urn:microsoft.com/office/officeart/2018/2/layout/IconVerticalSolidList"/>
    <dgm:cxn modelId="{29C201B1-85D6-4057-AE72-6D8D801C5C16}" type="presOf" srcId="{DA5E9A79-C4AE-4202-BDCC-621DA6AC9A05}" destId="{EA509186-F7D8-4A66-A951-4C34E3EA5EC5}" srcOrd="0" destOrd="0" presId="urn:microsoft.com/office/officeart/2018/2/layout/IconVerticalSolidList"/>
    <dgm:cxn modelId="{42A6A2B5-D1DC-432A-8726-194F4E8401A7}" srcId="{DA5E9A79-C4AE-4202-BDCC-621DA6AC9A05}" destId="{D0DA0C3D-28A4-42A6-B779-E1C073A8D640}" srcOrd="2" destOrd="0" parTransId="{70EC06DF-B083-4707-AAEE-EA5415B66EE8}" sibTransId="{7AC30496-E10C-4B0F-9824-7C9515A61733}"/>
    <dgm:cxn modelId="{5565B8B9-45D2-47B7-B02D-A462CB96301F}" srcId="{DA5E9A79-C4AE-4202-BDCC-621DA6AC9A05}" destId="{5D3FF5E2-52E8-4142-B8A1-C578BF0E7696}" srcOrd="5" destOrd="0" parTransId="{638ECBB3-00D0-435E-BF64-78B7BEA5B249}" sibTransId="{9B91A8D8-5418-4A05-9ACD-C731AA08869A}"/>
    <dgm:cxn modelId="{4C3846C2-E3C8-45B7-9167-4E6B63A109B2}" type="presOf" srcId="{5D3FF5E2-52E8-4142-B8A1-C578BF0E7696}" destId="{909AFB5E-B6D2-4D92-A249-FB7A45EA40F0}" srcOrd="0" destOrd="0" presId="urn:microsoft.com/office/officeart/2018/2/layout/IconVerticalSolidList"/>
    <dgm:cxn modelId="{1B175EC2-C24F-442D-9022-38B8F6F2CE63}" type="presOf" srcId="{677FC98C-9CD8-4A12-806C-F4AB22CF8486}" destId="{E6AECD24-8A82-4724-B4D4-7DF063142FCB}" srcOrd="0" destOrd="0" presId="urn:microsoft.com/office/officeart/2018/2/layout/IconVerticalSolidList"/>
    <dgm:cxn modelId="{F119DEF0-0AF5-4A65-8C45-35A8BB682AF2}" srcId="{DA5E9A79-C4AE-4202-BDCC-621DA6AC9A05}" destId="{5AE765A8-128E-47C1-8523-275876940FFF}" srcOrd="4" destOrd="0" parTransId="{85BA7CA9-A8EC-4C26-82BE-21A50E3FF9B3}" sibTransId="{9A72900C-5C4E-49EB-95E2-8FD0E145C24D}"/>
    <dgm:cxn modelId="{E4F281F8-A6C0-4018-AC68-3B7756FBB561}" srcId="{DA5E9A79-C4AE-4202-BDCC-621DA6AC9A05}" destId="{6319E420-A23C-4007-A0D2-9E7BFD8F578F}" srcOrd="1" destOrd="0" parTransId="{53F27D1E-9861-4325-9DCF-F6541E9ABF15}" sibTransId="{82826A07-8F7D-4B22-907D-194CEC20C8CF}"/>
    <dgm:cxn modelId="{A1A8D647-0B05-4DE2-A819-4487C968F622}" type="presParOf" srcId="{EA509186-F7D8-4A66-A951-4C34E3EA5EC5}" destId="{476DC3CE-AA47-44F3-B4E6-0BEA130ECF8D}" srcOrd="0" destOrd="0" presId="urn:microsoft.com/office/officeart/2018/2/layout/IconVerticalSolidList"/>
    <dgm:cxn modelId="{2739A802-AEB2-4954-96BD-BA54D3C04120}" type="presParOf" srcId="{476DC3CE-AA47-44F3-B4E6-0BEA130ECF8D}" destId="{269EDD5E-0725-4FB1-B877-14E22DD843E9}" srcOrd="0" destOrd="0" presId="urn:microsoft.com/office/officeart/2018/2/layout/IconVerticalSolidList"/>
    <dgm:cxn modelId="{88D0E97A-72DB-48FB-A225-1B23CF428546}" type="presParOf" srcId="{476DC3CE-AA47-44F3-B4E6-0BEA130ECF8D}" destId="{F9B67530-EBA5-4EA5-BAAE-840AE8DA362A}" srcOrd="1" destOrd="0" presId="urn:microsoft.com/office/officeart/2018/2/layout/IconVerticalSolidList"/>
    <dgm:cxn modelId="{ED8CD503-B8B9-4017-8DD4-4593DFEAF34B}" type="presParOf" srcId="{476DC3CE-AA47-44F3-B4E6-0BEA130ECF8D}" destId="{8163355F-8BA0-4410-BEFB-D9D4D9B36618}" srcOrd="2" destOrd="0" presId="urn:microsoft.com/office/officeart/2018/2/layout/IconVerticalSolidList"/>
    <dgm:cxn modelId="{EA5D8830-AC69-4990-BA95-7B923C18CC8A}" type="presParOf" srcId="{476DC3CE-AA47-44F3-B4E6-0BEA130ECF8D}" destId="{6AFE2A08-3839-4986-AC5A-5AD701E61D9C}" srcOrd="3" destOrd="0" presId="urn:microsoft.com/office/officeart/2018/2/layout/IconVerticalSolidList"/>
    <dgm:cxn modelId="{E305C116-94F3-475F-B8F6-801E439B30DD}" type="presParOf" srcId="{EA509186-F7D8-4A66-A951-4C34E3EA5EC5}" destId="{6FE70277-5A8E-48E4-8907-05665A568DC3}" srcOrd="1" destOrd="0" presId="urn:microsoft.com/office/officeart/2018/2/layout/IconVerticalSolidList"/>
    <dgm:cxn modelId="{4B82CB52-E2A1-46EE-9714-AD5FBA3E61AB}" type="presParOf" srcId="{EA509186-F7D8-4A66-A951-4C34E3EA5EC5}" destId="{3494E503-7117-403E-B133-1B475B0C6762}" srcOrd="2" destOrd="0" presId="urn:microsoft.com/office/officeart/2018/2/layout/IconVerticalSolidList"/>
    <dgm:cxn modelId="{EF4C28CC-B942-4C09-B3A2-416CF7F4A877}" type="presParOf" srcId="{3494E503-7117-403E-B133-1B475B0C6762}" destId="{912B60D3-99EE-4CEC-9B7B-14B38E3061FA}" srcOrd="0" destOrd="0" presId="urn:microsoft.com/office/officeart/2018/2/layout/IconVerticalSolidList"/>
    <dgm:cxn modelId="{B0EC9A83-48CE-4750-BB8E-8587E6E917DE}" type="presParOf" srcId="{3494E503-7117-403E-B133-1B475B0C6762}" destId="{2E3AD86F-4A38-4B22-B46A-B916A81F8A2E}" srcOrd="1" destOrd="0" presId="urn:microsoft.com/office/officeart/2018/2/layout/IconVerticalSolidList"/>
    <dgm:cxn modelId="{A04E96DB-D31C-4117-9C60-76A62D7DA44F}" type="presParOf" srcId="{3494E503-7117-403E-B133-1B475B0C6762}" destId="{CA12958B-9CF0-440A-9EB8-B1336F50FD0E}" srcOrd="2" destOrd="0" presId="urn:microsoft.com/office/officeart/2018/2/layout/IconVerticalSolidList"/>
    <dgm:cxn modelId="{16A9DBB8-BD0B-4F52-9288-2050A98CE626}" type="presParOf" srcId="{3494E503-7117-403E-B133-1B475B0C6762}" destId="{DF556AAF-A7BA-42E7-BB08-D9FEB721E92C}" srcOrd="3" destOrd="0" presId="urn:microsoft.com/office/officeart/2018/2/layout/IconVerticalSolidList"/>
    <dgm:cxn modelId="{1C6423F6-F572-4D4C-AAD6-5CFED856B145}" type="presParOf" srcId="{EA509186-F7D8-4A66-A951-4C34E3EA5EC5}" destId="{C982D10E-AC08-4887-B7D7-94EF3A708640}" srcOrd="3" destOrd="0" presId="urn:microsoft.com/office/officeart/2018/2/layout/IconVerticalSolidList"/>
    <dgm:cxn modelId="{4897C992-08CD-4AD7-A19B-416DA45D5DA0}" type="presParOf" srcId="{EA509186-F7D8-4A66-A951-4C34E3EA5EC5}" destId="{E2DB61E4-8C33-4517-8AC0-EEC79FF9454F}" srcOrd="4" destOrd="0" presId="urn:microsoft.com/office/officeart/2018/2/layout/IconVerticalSolidList"/>
    <dgm:cxn modelId="{4F4D1428-BC6E-403D-B578-0B87838B02C0}" type="presParOf" srcId="{E2DB61E4-8C33-4517-8AC0-EEC79FF9454F}" destId="{88093A9D-EDD6-4D7B-9E7E-54674A4BF34A}" srcOrd="0" destOrd="0" presId="urn:microsoft.com/office/officeart/2018/2/layout/IconVerticalSolidList"/>
    <dgm:cxn modelId="{98B2BB44-F6B1-419D-8F5B-AECEB9C1EEC0}" type="presParOf" srcId="{E2DB61E4-8C33-4517-8AC0-EEC79FF9454F}" destId="{08D3389F-092A-4DC8-8570-5D477A4D5D61}" srcOrd="1" destOrd="0" presId="urn:microsoft.com/office/officeart/2018/2/layout/IconVerticalSolidList"/>
    <dgm:cxn modelId="{55D598DE-28F2-4169-9E1E-693BEA7B1060}" type="presParOf" srcId="{E2DB61E4-8C33-4517-8AC0-EEC79FF9454F}" destId="{37985BD2-5C98-435F-9F65-B8BEE160E22E}" srcOrd="2" destOrd="0" presId="urn:microsoft.com/office/officeart/2018/2/layout/IconVerticalSolidList"/>
    <dgm:cxn modelId="{0CE72EE8-E2C7-44B1-A433-C4C24D32C23D}" type="presParOf" srcId="{E2DB61E4-8C33-4517-8AC0-EEC79FF9454F}" destId="{93E93F2B-3C0C-44A3-87BE-085F89BAE99F}" srcOrd="3" destOrd="0" presId="urn:microsoft.com/office/officeart/2018/2/layout/IconVerticalSolidList"/>
    <dgm:cxn modelId="{5C8DB38A-1C35-41A8-AEF9-C4C39E5902B8}" type="presParOf" srcId="{EA509186-F7D8-4A66-A951-4C34E3EA5EC5}" destId="{5589BB42-21CE-4393-97BD-72CF70EC179E}" srcOrd="5" destOrd="0" presId="urn:microsoft.com/office/officeart/2018/2/layout/IconVerticalSolidList"/>
    <dgm:cxn modelId="{50982909-7B88-4F2C-8CFD-2ABF6680C356}" type="presParOf" srcId="{EA509186-F7D8-4A66-A951-4C34E3EA5EC5}" destId="{8A26984C-9997-415B-92EE-02F5941DED1F}" srcOrd="6" destOrd="0" presId="urn:microsoft.com/office/officeart/2018/2/layout/IconVerticalSolidList"/>
    <dgm:cxn modelId="{53CA8B81-291F-447D-B4DB-48FF7B397453}" type="presParOf" srcId="{8A26984C-9997-415B-92EE-02F5941DED1F}" destId="{9301EF3F-29D4-43E8-8D85-612188EA4CC6}" srcOrd="0" destOrd="0" presId="urn:microsoft.com/office/officeart/2018/2/layout/IconVerticalSolidList"/>
    <dgm:cxn modelId="{8B54F27C-F897-45A5-A3F6-E3474382EBA3}" type="presParOf" srcId="{8A26984C-9997-415B-92EE-02F5941DED1F}" destId="{3C1EFC5D-8489-453B-8CC0-372052BDC812}" srcOrd="1" destOrd="0" presId="urn:microsoft.com/office/officeart/2018/2/layout/IconVerticalSolidList"/>
    <dgm:cxn modelId="{5F8BD725-66DE-4EF1-9787-8AAED1BDFEE2}" type="presParOf" srcId="{8A26984C-9997-415B-92EE-02F5941DED1F}" destId="{E2B3C9C1-72FB-438B-AFA6-996585FF7A35}" srcOrd="2" destOrd="0" presId="urn:microsoft.com/office/officeart/2018/2/layout/IconVerticalSolidList"/>
    <dgm:cxn modelId="{AA785C0D-D2F1-42E9-A59E-8F8FB330A685}" type="presParOf" srcId="{8A26984C-9997-415B-92EE-02F5941DED1F}" destId="{392C44A0-9028-42AF-AA52-4FE9530C56DC}" srcOrd="3" destOrd="0" presId="urn:microsoft.com/office/officeart/2018/2/layout/IconVerticalSolidList"/>
    <dgm:cxn modelId="{5DDF3AB1-83C8-4A7B-8184-C1EEEC862EA8}" type="presParOf" srcId="{EA509186-F7D8-4A66-A951-4C34E3EA5EC5}" destId="{1F70E62C-6F85-415C-ACFC-216652BF41A1}" srcOrd="7" destOrd="0" presId="urn:microsoft.com/office/officeart/2018/2/layout/IconVerticalSolidList"/>
    <dgm:cxn modelId="{6E513798-C0DE-4A22-887D-61E371B5DAB4}" type="presParOf" srcId="{EA509186-F7D8-4A66-A951-4C34E3EA5EC5}" destId="{2C4B2A10-A870-4596-A2C3-BCE61947AF1E}" srcOrd="8" destOrd="0" presId="urn:microsoft.com/office/officeart/2018/2/layout/IconVerticalSolidList"/>
    <dgm:cxn modelId="{E03FB4B1-5D6E-4777-8EC5-8F7CEBFE0356}" type="presParOf" srcId="{2C4B2A10-A870-4596-A2C3-BCE61947AF1E}" destId="{DDD05CA4-6AEF-44A8-A967-DA67A9509B10}" srcOrd="0" destOrd="0" presId="urn:microsoft.com/office/officeart/2018/2/layout/IconVerticalSolidList"/>
    <dgm:cxn modelId="{3AAEC8E8-5C6E-464C-B9AD-E9267335237A}" type="presParOf" srcId="{2C4B2A10-A870-4596-A2C3-BCE61947AF1E}" destId="{96EC95AA-457B-4F57-BE33-54306545B0AD}" srcOrd="1" destOrd="0" presId="urn:microsoft.com/office/officeart/2018/2/layout/IconVerticalSolidList"/>
    <dgm:cxn modelId="{DD07738C-D603-4996-A55E-181033A05D71}" type="presParOf" srcId="{2C4B2A10-A870-4596-A2C3-BCE61947AF1E}" destId="{B32E735F-B385-4856-B22F-009BBE46702D}" srcOrd="2" destOrd="0" presId="urn:microsoft.com/office/officeart/2018/2/layout/IconVerticalSolidList"/>
    <dgm:cxn modelId="{9AEC120F-C16E-4AB9-96F4-BF33FABFA072}" type="presParOf" srcId="{2C4B2A10-A870-4596-A2C3-BCE61947AF1E}" destId="{E83647A4-D0B3-44EF-B092-3618FF3FCEB9}" srcOrd="3" destOrd="0" presId="urn:microsoft.com/office/officeart/2018/2/layout/IconVerticalSolidList"/>
    <dgm:cxn modelId="{2A8F6CA0-161F-40B2-B74C-EC07E8906BB6}" type="presParOf" srcId="{EA509186-F7D8-4A66-A951-4C34E3EA5EC5}" destId="{F452E289-CE1B-42B4-9B26-6613C9191B58}" srcOrd="9" destOrd="0" presId="urn:microsoft.com/office/officeart/2018/2/layout/IconVerticalSolidList"/>
    <dgm:cxn modelId="{E2A46E85-6780-426F-9EE9-135044B22F22}" type="presParOf" srcId="{EA509186-F7D8-4A66-A951-4C34E3EA5EC5}" destId="{87B54A14-930C-4B8D-BB43-E62DB8B70FB8}" srcOrd="10" destOrd="0" presId="urn:microsoft.com/office/officeart/2018/2/layout/IconVerticalSolidList"/>
    <dgm:cxn modelId="{8A3A0E51-1C42-48FC-9AF2-0F6E1E1E3402}" type="presParOf" srcId="{87B54A14-930C-4B8D-BB43-E62DB8B70FB8}" destId="{B03E2DBD-283A-45B8-B150-85B7D23FC11E}" srcOrd="0" destOrd="0" presId="urn:microsoft.com/office/officeart/2018/2/layout/IconVerticalSolidList"/>
    <dgm:cxn modelId="{6F589CA8-5727-4AAE-91E6-C736BD1AE76F}" type="presParOf" srcId="{87B54A14-930C-4B8D-BB43-E62DB8B70FB8}" destId="{67798C53-E88D-4C88-B652-300888D5C21E}" srcOrd="1" destOrd="0" presId="urn:microsoft.com/office/officeart/2018/2/layout/IconVerticalSolidList"/>
    <dgm:cxn modelId="{AB089258-E24E-4437-BE45-70DA441C70F2}" type="presParOf" srcId="{87B54A14-930C-4B8D-BB43-E62DB8B70FB8}" destId="{41E2DC6B-C630-473F-97EA-9F47597FF860}" srcOrd="2" destOrd="0" presId="urn:microsoft.com/office/officeart/2018/2/layout/IconVerticalSolidList"/>
    <dgm:cxn modelId="{D81FB48C-0FD6-412E-A578-D281CDD321E2}" type="presParOf" srcId="{87B54A14-930C-4B8D-BB43-E62DB8B70FB8}" destId="{909AFB5E-B6D2-4D92-A249-FB7A45EA40F0}" srcOrd="3" destOrd="0" presId="urn:microsoft.com/office/officeart/2018/2/layout/IconVerticalSolidList"/>
    <dgm:cxn modelId="{3C6B1FFD-88EE-41C7-87F3-1C4A6FF57C51}" type="presParOf" srcId="{EA509186-F7D8-4A66-A951-4C34E3EA5EC5}" destId="{83AE27FA-D8B7-46D3-91C5-D72CA9B7C0DD}" srcOrd="11" destOrd="0" presId="urn:microsoft.com/office/officeart/2018/2/layout/IconVerticalSolidList"/>
    <dgm:cxn modelId="{70116E50-20E9-4721-BBCB-6BD1FA6A6043}" type="presParOf" srcId="{EA509186-F7D8-4A66-A951-4C34E3EA5EC5}" destId="{97EB6EB8-7D6E-49D5-B1DD-1ADA119C02E2}" srcOrd="12" destOrd="0" presId="urn:microsoft.com/office/officeart/2018/2/layout/IconVerticalSolidList"/>
    <dgm:cxn modelId="{D8D9810A-F48F-48F9-A52B-FBA60453BE8B}" type="presParOf" srcId="{97EB6EB8-7D6E-49D5-B1DD-1ADA119C02E2}" destId="{413F5CE1-0B36-41DA-A94B-2B310930B824}" srcOrd="0" destOrd="0" presId="urn:microsoft.com/office/officeart/2018/2/layout/IconVerticalSolidList"/>
    <dgm:cxn modelId="{51666B80-BF95-4C17-B5A6-328DB4868BAF}" type="presParOf" srcId="{97EB6EB8-7D6E-49D5-B1DD-1ADA119C02E2}" destId="{D8ED6C54-F821-4DFC-B161-1452E0EF0BDC}" srcOrd="1" destOrd="0" presId="urn:microsoft.com/office/officeart/2018/2/layout/IconVerticalSolidList"/>
    <dgm:cxn modelId="{4EFDC1D6-2462-42C0-92A0-46AC4EA4CFD2}" type="presParOf" srcId="{97EB6EB8-7D6E-49D5-B1DD-1ADA119C02E2}" destId="{6C036261-D63A-414F-A88D-9E8E435D09B6}" srcOrd="2" destOrd="0" presId="urn:microsoft.com/office/officeart/2018/2/layout/IconVerticalSolidList"/>
    <dgm:cxn modelId="{7209E523-A395-4529-AC4F-1E24FC2A002E}" type="presParOf" srcId="{97EB6EB8-7D6E-49D5-B1DD-1ADA119C02E2}" destId="{E6AECD24-8A82-4724-B4D4-7DF063142F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2529B0B-A6F9-4059-B5F0-F5CAFA26BE83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BFCF4CD-A340-4F58-AF78-68DF180E8853}">
      <dgm:prSet/>
      <dgm:spPr/>
      <dgm:t>
        <a:bodyPr/>
        <a:lstStyle/>
        <a:p>
          <a:r>
            <a:rPr lang="en-US" dirty="0"/>
            <a:t>North America </a:t>
          </a:r>
        </a:p>
      </dgm:t>
    </dgm:pt>
    <dgm:pt modelId="{2411A3A4-A171-4A14-BAD1-DEB8BC5B3411}" type="parTrans" cxnId="{91090BF9-CC46-4852-B46D-CDCA33C9EB4A}">
      <dgm:prSet/>
      <dgm:spPr/>
      <dgm:t>
        <a:bodyPr/>
        <a:lstStyle/>
        <a:p>
          <a:endParaRPr lang="en-US"/>
        </a:p>
      </dgm:t>
    </dgm:pt>
    <dgm:pt modelId="{4DDADFEC-148C-4C84-BD3F-A1E29878EF45}" type="sibTrans" cxnId="{91090BF9-CC46-4852-B46D-CDCA33C9EB4A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C40DB7AC-C4EF-4D19-B1B5-742C05D28388}">
      <dgm:prSet/>
      <dgm:spPr/>
      <dgm:t>
        <a:bodyPr/>
        <a:lstStyle/>
        <a:p>
          <a:r>
            <a:rPr lang="en-US" dirty="0"/>
            <a:t>UAE :  </a:t>
          </a:r>
        </a:p>
        <a:p>
          <a:r>
            <a:rPr lang="en-US" dirty="0"/>
            <a:t>2</a:t>
          </a:r>
          <a:r>
            <a:rPr lang="en-US" baseline="30000" dirty="0"/>
            <a:t>nd</a:t>
          </a:r>
          <a:r>
            <a:rPr lang="en-US" dirty="0"/>
            <a:t> to 3rd month </a:t>
          </a:r>
        </a:p>
      </dgm:t>
    </dgm:pt>
    <dgm:pt modelId="{D91C0015-1E23-4569-9BE0-6FFDFB827132}" type="parTrans" cxnId="{6A546E17-A995-45EE-BF21-380837FA74C4}">
      <dgm:prSet/>
      <dgm:spPr/>
      <dgm:t>
        <a:bodyPr/>
        <a:lstStyle/>
        <a:p>
          <a:endParaRPr lang="en-US"/>
        </a:p>
      </dgm:t>
    </dgm:pt>
    <dgm:pt modelId="{D3147562-CC33-4ABF-855D-C17D76B12212}" type="sibTrans" cxnId="{6A546E17-A995-45EE-BF21-380837FA74C4}">
      <dgm:prSet phldrT="02" phldr="0"/>
      <dgm:spPr/>
      <dgm:t>
        <a:bodyPr/>
        <a:lstStyle/>
        <a:p>
          <a:r>
            <a:rPr lang="en-US"/>
            <a:t>02</a:t>
          </a:r>
          <a:endParaRPr lang="en-US" dirty="0"/>
        </a:p>
      </dgm:t>
    </dgm:pt>
    <dgm:pt modelId="{86BF366F-6FD6-49B1-95FB-F09FC8EB63F4}">
      <dgm:prSet/>
      <dgm:spPr/>
      <dgm:t>
        <a:bodyPr/>
        <a:lstStyle/>
        <a:p>
          <a:r>
            <a:rPr lang="en-US" dirty="0"/>
            <a:t>UK :  </a:t>
          </a:r>
        </a:p>
        <a:p>
          <a:r>
            <a:rPr lang="en-US" dirty="0"/>
            <a:t>4</a:t>
          </a:r>
          <a:r>
            <a:rPr lang="en-US" baseline="30000" dirty="0"/>
            <a:t>th</a:t>
          </a:r>
          <a:r>
            <a:rPr lang="en-US" dirty="0"/>
            <a:t> to 6th month </a:t>
          </a:r>
        </a:p>
      </dgm:t>
    </dgm:pt>
    <dgm:pt modelId="{CE10FB6E-6C22-4E43-885E-ACB686B29A76}" type="parTrans" cxnId="{362CCAB2-AE8D-4B35-AA46-0FD1EC16139C}">
      <dgm:prSet/>
      <dgm:spPr/>
      <dgm:t>
        <a:bodyPr/>
        <a:lstStyle/>
        <a:p>
          <a:endParaRPr lang="en-US"/>
        </a:p>
      </dgm:t>
    </dgm:pt>
    <dgm:pt modelId="{B976318F-334F-4DE3-B740-3CBD853708C8}" type="sibTrans" cxnId="{362CCAB2-AE8D-4B35-AA46-0FD1EC16139C}">
      <dgm:prSet phldrT="03" phldr="0"/>
      <dgm:spPr/>
      <dgm:t>
        <a:bodyPr/>
        <a:lstStyle/>
        <a:p>
          <a:r>
            <a:rPr lang="en-US"/>
            <a:t>03</a:t>
          </a:r>
          <a:endParaRPr lang="en-US" dirty="0"/>
        </a:p>
      </dgm:t>
    </dgm:pt>
    <dgm:pt modelId="{01FCFC4F-0B78-4ED4-94B6-6E0FC4663176}">
      <dgm:prSet/>
      <dgm:spPr/>
      <dgm:t>
        <a:bodyPr/>
        <a:lstStyle/>
        <a:p>
          <a:r>
            <a:rPr lang="en-US" dirty="0"/>
            <a:t>EU : </a:t>
          </a:r>
        </a:p>
        <a:p>
          <a:r>
            <a:rPr lang="en-US" dirty="0"/>
            <a:t>7</a:t>
          </a:r>
          <a:r>
            <a:rPr lang="en-US" baseline="30000" dirty="0"/>
            <a:t>th</a:t>
          </a:r>
          <a:r>
            <a:rPr lang="en-US" dirty="0"/>
            <a:t>  to 8</a:t>
          </a:r>
          <a:r>
            <a:rPr lang="en-US" baseline="30000" dirty="0"/>
            <a:t>th</a:t>
          </a:r>
          <a:r>
            <a:rPr lang="en-US" dirty="0"/>
            <a:t> Month </a:t>
          </a:r>
        </a:p>
      </dgm:t>
    </dgm:pt>
    <dgm:pt modelId="{0BA064D3-3D98-4903-8ACB-35AE168426DB}" type="parTrans" cxnId="{AD00FA1E-A5ED-4282-B734-C95F5F4B6C85}">
      <dgm:prSet/>
      <dgm:spPr/>
      <dgm:t>
        <a:bodyPr/>
        <a:lstStyle/>
        <a:p>
          <a:endParaRPr lang="en-US"/>
        </a:p>
      </dgm:t>
    </dgm:pt>
    <dgm:pt modelId="{7156CC08-8E8A-4A8E-B53D-1BAB74EDF535}" type="sibTrans" cxnId="{AD00FA1E-A5ED-4282-B734-C95F5F4B6C85}">
      <dgm:prSet phldrT="04" phldr="0"/>
      <dgm:spPr/>
      <dgm:t>
        <a:bodyPr/>
        <a:lstStyle/>
        <a:p>
          <a:r>
            <a:rPr lang="en-US"/>
            <a:t>04</a:t>
          </a:r>
          <a:endParaRPr lang="en-US" dirty="0"/>
        </a:p>
      </dgm:t>
    </dgm:pt>
    <dgm:pt modelId="{558A7154-1DDB-4925-9744-1B7DD72AB0CF}">
      <dgm:prSet/>
      <dgm:spPr/>
      <dgm:t>
        <a:bodyPr/>
        <a:lstStyle/>
        <a:p>
          <a:r>
            <a:rPr lang="en-US" dirty="0"/>
            <a:t>Australia :  9th to 10</a:t>
          </a:r>
          <a:r>
            <a:rPr lang="en-US" baseline="30000" dirty="0"/>
            <a:t>th</a:t>
          </a:r>
          <a:r>
            <a:rPr lang="en-US" dirty="0"/>
            <a:t> Month .</a:t>
          </a:r>
        </a:p>
      </dgm:t>
    </dgm:pt>
    <dgm:pt modelId="{046C39AE-5D06-427B-BB45-B1559068512A}" type="parTrans" cxnId="{13F38040-AFDC-4C55-B32F-A19738883E9F}">
      <dgm:prSet/>
      <dgm:spPr/>
      <dgm:t>
        <a:bodyPr/>
        <a:lstStyle/>
        <a:p>
          <a:endParaRPr lang="en-US"/>
        </a:p>
      </dgm:t>
    </dgm:pt>
    <dgm:pt modelId="{8FBB187C-C0FF-4CBD-A2C8-18C75DBFDE18}" type="sibTrans" cxnId="{13F38040-AFDC-4C55-B32F-A19738883E9F}">
      <dgm:prSet phldrT="05" phldr="0"/>
      <dgm:spPr/>
      <dgm:t>
        <a:bodyPr/>
        <a:lstStyle/>
        <a:p>
          <a:r>
            <a:rPr lang="en-US"/>
            <a:t>05</a:t>
          </a:r>
          <a:endParaRPr lang="en-US" dirty="0"/>
        </a:p>
      </dgm:t>
    </dgm:pt>
    <dgm:pt modelId="{C690036B-50F7-664E-80A9-2ADF39E9836A}" type="pres">
      <dgm:prSet presAssocID="{32529B0B-A6F9-4059-B5F0-F5CAFA26BE83}" presName="Name0" presStyleCnt="0">
        <dgm:presLayoutVars>
          <dgm:animLvl val="lvl"/>
          <dgm:resizeHandles val="exact"/>
        </dgm:presLayoutVars>
      </dgm:prSet>
      <dgm:spPr/>
    </dgm:pt>
    <dgm:pt modelId="{9FE7911D-43DC-3949-85D5-EBECCF824F87}" type="pres">
      <dgm:prSet presAssocID="{DBFCF4CD-A340-4F58-AF78-68DF180E8853}" presName="compositeNode" presStyleCnt="0">
        <dgm:presLayoutVars>
          <dgm:bulletEnabled val="1"/>
        </dgm:presLayoutVars>
      </dgm:prSet>
      <dgm:spPr/>
    </dgm:pt>
    <dgm:pt modelId="{616B1A4D-ED10-2244-BF03-B9828332EC44}" type="pres">
      <dgm:prSet presAssocID="{DBFCF4CD-A340-4F58-AF78-68DF180E8853}" presName="bgRect" presStyleLbl="alignNode1" presStyleIdx="0" presStyleCnt="5"/>
      <dgm:spPr/>
    </dgm:pt>
    <dgm:pt modelId="{87814369-DD94-9245-9DA3-3EA85146A605}" type="pres">
      <dgm:prSet presAssocID="{4DDADFEC-148C-4C84-BD3F-A1E29878EF45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C8646BCA-8268-164A-B985-166D33E4D4D6}" type="pres">
      <dgm:prSet presAssocID="{DBFCF4CD-A340-4F58-AF78-68DF180E8853}" presName="nodeRect" presStyleLbl="alignNode1" presStyleIdx="0" presStyleCnt="5">
        <dgm:presLayoutVars>
          <dgm:bulletEnabled val="1"/>
        </dgm:presLayoutVars>
      </dgm:prSet>
      <dgm:spPr/>
    </dgm:pt>
    <dgm:pt modelId="{CB03CF16-B4A4-2B4D-86E1-7BE380F51CE3}" type="pres">
      <dgm:prSet presAssocID="{4DDADFEC-148C-4C84-BD3F-A1E29878EF45}" presName="sibTrans" presStyleCnt="0"/>
      <dgm:spPr/>
    </dgm:pt>
    <dgm:pt modelId="{5CFE226C-6EE9-0E41-824E-6D8D402FF90F}" type="pres">
      <dgm:prSet presAssocID="{C40DB7AC-C4EF-4D19-B1B5-742C05D28388}" presName="compositeNode" presStyleCnt="0">
        <dgm:presLayoutVars>
          <dgm:bulletEnabled val="1"/>
        </dgm:presLayoutVars>
      </dgm:prSet>
      <dgm:spPr/>
    </dgm:pt>
    <dgm:pt modelId="{4E8BA89A-D950-6C4F-8ACB-013A7F7B0B38}" type="pres">
      <dgm:prSet presAssocID="{C40DB7AC-C4EF-4D19-B1B5-742C05D28388}" presName="bgRect" presStyleLbl="alignNode1" presStyleIdx="1" presStyleCnt="5"/>
      <dgm:spPr/>
    </dgm:pt>
    <dgm:pt modelId="{DEB5BBA2-DC1E-CB4E-8701-0B733004DADC}" type="pres">
      <dgm:prSet presAssocID="{D3147562-CC33-4ABF-855D-C17D76B12212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C8516827-62B2-DD42-BE4D-97C73898E91F}" type="pres">
      <dgm:prSet presAssocID="{C40DB7AC-C4EF-4D19-B1B5-742C05D28388}" presName="nodeRect" presStyleLbl="alignNode1" presStyleIdx="1" presStyleCnt="5">
        <dgm:presLayoutVars>
          <dgm:bulletEnabled val="1"/>
        </dgm:presLayoutVars>
      </dgm:prSet>
      <dgm:spPr/>
    </dgm:pt>
    <dgm:pt modelId="{EE325ABD-CA66-854E-8039-888E8138700D}" type="pres">
      <dgm:prSet presAssocID="{D3147562-CC33-4ABF-855D-C17D76B12212}" presName="sibTrans" presStyleCnt="0"/>
      <dgm:spPr/>
    </dgm:pt>
    <dgm:pt modelId="{87C31132-4CA4-AE48-A546-5921310D3794}" type="pres">
      <dgm:prSet presAssocID="{86BF366F-6FD6-49B1-95FB-F09FC8EB63F4}" presName="compositeNode" presStyleCnt="0">
        <dgm:presLayoutVars>
          <dgm:bulletEnabled val="1"/>
        </dgm:presLayoutVars>
      </dgm:prSet>
      <dgm:spPr/>
    </dgm:pt>
    <dgm:pt modelId="{5B5950DB-8196-7C4F-A297-9462D6A87621}" type="pres">
      <dgm:prSet presAssocID="{86BF366F-6FD6-49B1-95FB-F09FC8EB63F4}" presName="bgRect" presStyleLbl="alignNode1" presStyleIdx="2" presStyleCnt="5"/>
      <dgm:spPr/>
    </dgm:pt>
    <dgm:pt modelId="{B587B3C7-374C-8F42-8807-AD3A65F7D8B3}" type="pres">
      <dgm:prSet presAssocID="{B976318F-334F-4DE3-B740-3CBD853708C8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A0561634-4146-E149-AF9D-4A6BD9F69705}" type="pres">
      <dgm:prSet presAssocID="{86BF366F-6FD6-49B1-95FB-F09FC8EB63F4}" presName="nodeRect" presStyleLbl="alignNode1" presStyleIdx="2" presStyleCnt="5">
        <dgm:presLayoutVars>
          <dgm:bulletEnabled val="1"/>
        </dgm:presLayoutVars>
      </dgm:prSet>
      <dgm:spPr/>
    </dgm:pt>
    <dgm:pt modelId="{0082B85D-2248-2946-B69E-81C46B39133E}" type="pres">
      <dgm:prSet presAssocID="{B976318F-334F-4DE3-B740-3CBD853708C8}" presName="sibTrans" presStyleCnt="0"/>
      <dgm:spPr/>
    </dgm:pt>
    <dgm:pt modelId="{EFEB70D0-CAE1-0748-99BD-5C1E41472F07}" type="pres">
      <dgm:prSet presAssocID="{01FCFC4F-0B78-4ED4-94B6-6E0FC4663176}" presName="compositeNode" presStyleCnt="0">
        <dgm:presLayoutVars>
          <dgm:bulletEnabled val="1"/>
        </dgm:presLayoutVars>
      </dgm:prSet>
      <dgm:spPr/>
    </dgm:pt>
    <dgm:pt modelId="{31F7895A-B279-0246-87EB-C83F8FEE12B2}" type="pres">
      <dgm:prSet presAssocID="{01FCFC4F-0B78-4ED4-94B6-6E0FC4663176}" presName="bgRect" presStyleLbl="alignNode1" presStyleIdx="3" presStyleCnt="5"/>
      <dgm:spPr/>
    </dgm:pt>
    <dgm:pt modelId="{91F21E08-9D18-C648-8D3A-EF1D5EF1E9D7}" type="pres">
      <dgm:prSet presAssocID="{7156CC08-8E8A-4A8E-B53D-1BAB74EDF535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BB2D8458-930B-CC44-9320-1DE1FADFF60C}" type="pres">
      <dgm:prSet presAssocID="{01FCFC4F-0B78-4ED4-94B6-6E0FC4663176}" presName="nodeRect" presStyleLbl="alignNode1" presStyleIdx="3" presStyleCnt="5">
        <dgm:presLayoutVars>
          <dgm:bulletEnabled val="1"/>
        </dgm:presLayoutVars>
      </dgm:prSet>
      <dgm:spPr/>
    </dgm:pt>
    <dgm:pt modelId="{62D24E0A-D5A7-9742-8D21-AD5416B497B8}" type="pres">
      <dgm:prSet presAssocID="{7156CC08-8E8A-4A8E-B53D-1BAB74EDF535}" presName="sibTrans" presStyleCnt="0"/>
      <dgm:spPr/>
    </dgm:pt>
    <dgm:pt modelId="{AEDCB992-8208-2244-A438-157FB4ED8A96}" type="pres">
      <dgm:prSet presAssocID="{558A7154-1DDB-4925-9744-1B7DD72AB0CF}" presName="compositeNode" presStyleCnt="0">
        <dgm:presLayoutVars>
          <dgm:bulletEnabled val="1"/>
        </dgm:presLayoutVars>
      </dgm:prSet>
      <dgm:spPr/>
    </dgm:pt>
    <dgm:pt modelId="{7942010E-9872-BF43-B309-02DD2A488ACD}" type="pres">
      <dgm:prSet presAssocID="{558A7154-1DDB-4925-9744-1B7DD72AB0CF}" presName="bgRect" presStyleLbl="alignNode1" presStyleIdx="4" presStyleCnt="5"/>
      <dgm:spPr/>
    </dgm:pt>
    <dgm:pt modelId="{17E547C1-8A3B-494F-9DC9-8EB24FF809DF}" type="pres">
      <dgm:prSet presAssocID="{8FBB187C-C0FF-4CBD-A2C8-18C75DBFDE18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167BCB51-6DE0-1742-AB33-7A73F4ABCDBA}" type="pres">
      <dgm:prSet presAssocID="{558A7154-1DDB-4925-9744-1B7DD72AB0CF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6A546E17-A995-45EE-BF21-380837FA74C4}" srcId="{32529B0B-A6F9-4059-B5F0-F5CAFA26BE83}" destId="{C40DB7AC-C4EF-4D19-B1B5-742C05D28388}" srcOrd="1" destOrd="0" parTransId="{D91C0015-1E23-4569-9BE0-6FFDFB827132}" sibTransId="{D3147562-CC33-4ABF-855D-C17D76B12212}"/>
    <dgm:cxn modelId="{AD00FA1E-A5ED-4282-B734-C95F5F4B6C85}" srcId="{32529B0B-A6F9-4059-B5F0-F5CAFA26BE83}" destId="{01FCFC4F-0B78-4ED4-94B6-6E0FC4663176}" srcOrd="3" destOrd="0" parTransId="{0BA064D3-3D98-4903-8ACB-35AE168426DB}" sibTransId="{7156CC08-8E8A-4A8E-B53D-1BAB74EDF535}"/>
    <dgm:cxn modelId="{71AA1C24-C353-CD42-B406-4572ACB2E24C}" type="presOf" srcId="{DBFCF4CD-A340-4F58-AF78-68DF180E8853}" destId="{C8646BCA-8268-164A-B985-166D33E4D4D6}" srcOrd="1" destOrd="0" presId="urn:microsoft.com/office/officeart/2016/7/layout/LinearBlockProcessNumbered"/>
    <dgm:cxn modelId="{F1F2082E-71A5-7F4D-9673-924E01FE9848}" type="presOf" srcId="{C40DB7AC-C4EF-4D19-B1B5-742C05D28388}" destId="{4E8BA89A-D950-6C4F-8ACB-013A7F7B0B38}" srcOrd="0" destOrd="0" presId="urn:microsoft.com/office/officeart/2016/7/layout/LinearBlockProcessNumbered"/>
    <dgm:cxn modelId="{13F38040-AFDC-4C55-B32F-A19738883E9F}" srcId="{32529B0B-A6F9-4059-B5F0-F5CAFA26BE83}" destId="{558A7154-1DDB-4925-9744-1B7DD72AB0CF}" srcOrd="4" destOrd="0" parTransId="{046C39AE-5D06-427B-BB45-B1559068512A}" sibTransId="{8FBB187C-C0FF-4CBD-A2C8-18C75DBFDE18}"/>
    <dgm:cxn modelId="{77841B51-207F-664C-B4A8-FAF904CAF6E5}" type="presOf" srcId="{86BF366F-6FD6-49B1-95FB-F09FC8EB63F4}" destId="{5B5950DB-8196-7C4F-A297-9462D6A87621}" srcOrd="0" destOrd="0" presId="urn:microsoft.com/office/officeart/2016/7/layout/LinearBlockProcessNumbered"/>
    <dgm:cxn modelId="{FC972557-3738-744E-8ADA-E0FD7EF0FF63}" type="presOf" srcId="{32529B0B-A6F9-4059-B5F0-F5CAFA26BE83}" destId="{C690036B-50F7-664E-80A9-2ADF39E9836A}" srcOrd="0" destOrd="0" presId="urn:microsoft.com/office/officeart/2016/7/layout/LinearBlockProcessNumbered"/>
    <dgm:cxn modelId="{F98BDA70-F236-CC4D-828A-5C509231F753}" type="presOf" srcId="{DBFCF4CD-A340-4F58-AF78-68DF180E8853}" destId="{616B1A4D-ED10-2244-BF03-B9828332EC44}" srcOrd="0" destOrd="0" presId="urn:microsoft.com/office/officeart/2016/7/layout/LinearBlockProcessNumbered"/>
    <dgm:cxn modelId="{0CD05076-FAF4-144D-928B-A6C573017344}" type="presOf" srcId="{8FBB187C-C0FF-4CBD-A2C8-18C75DBFDE18}" destId="{17E547C1-8A3B-494F-9DC9-8EB24FF809DF}" srcOrd="0" destOrd="0" presId="urn:microsoft.com/office/officeart/2016/7/layout/LinearBlockProcessNumbered"/>
    <dgm:cxn modelId="{0B7B5EA0-F932-3349-B7EA-163B31845DE1}" type="presOf" srcId="{D3147562-CC33-4ABF-855D-C17D76B12212}" destId="{DEB5BBA2-DC1E-CB4E-8701-0B733004DADC}" srcOrd="0" destOrd="0" presId="urn:microsoft.com/office/officeart/2016/7/layout/LinearBlockProcessNumbered"/>
    <dgm:cxn modelId="{6EF705A6-FFF8-8A4E-B398-D615F82AEAD8}" type="presOf" srcId="{558A7154-1DDB-4925-9744-1B7DD72AB0CF}" destId="{7942010E-9872-BF43-B309-02DD2A488ACD}" srcOrd="0" destOrd="0" presId="urn:microsoft.com/office/officeart/2016/7/layout/LinearBlockProcessNumbered"/>
    <dgm:cxn modelId="{EA5868AD-EDED-AF42-9859-6FCC44F2D9F5}" type="presOf" srcId="{B976318F-334F-4DE3-B740-3CBD853708C8}" destId="{B587B3C7-374C-8F42-8807-AD3A65F7D8B3}" srcOrd="0" destOrd="0" presId="urn:microsoft.com/office/officeart/2016/7/layout/LinearBlockProcessNumbered"/>
    <dgm:cxn modelId="{FAF3C6AF-C071-B740-8365-DB03CBF8BEDE}" type="presOf" srcId="{01FCFC4F-0B78-4ED4-94B6-6E0FC4663176}" destId="{31F7895A-B279-0246-87EB-C83F8FEE12B2}" srcOrd="0" destOrd="0" presId="urn:microsoft.com/office/officeart/2016/7/layout/LinearBlockProcessNumbered"/>
    <dgm:cxn modelId="{7A158AB2-0B12-9140-910C-F1FB96D7B2EA}" type="presOf" srcId="{86BF366F-6FD6-49B1-95FB-F09FC8EB63F4}" destId="{A0561634-4146-E149-AF9D-4A6BD9F69705}" srcOrd="1" destOrd="0" presId="urn:microsoft.com/office/officeart/2016/7/layout/LinearBlockProcessNumbered"/>
    <dgm:cxn modelId="{362CCAB2-AE8D-4B35-AA46-0FD1EC16139C}" srcId="{32529B0B-A6F9-4059-B5F0-F5CAFA26BE83}" destId="{86BF366F-6FD6-49B1-95FB-F09FC8EB63F4}" srcOrd="2" destOrd="0" parTransId="{CE10FB6E-6C22-4E43-885E-ACB686B29A76}" sibTransId="{B976318F-334F-4DE3-B740-3CBD853708C8}"/>
    <dgm:cxn modelId="{A9DC00B7-3E7E-9742-ACE0-A617E9A00C20}" type="presOf" srcId="{C40DB7AC-C4EF-4D19-B1B5-742C05D28388}" destId="{C8516827-62B2-DD42-BE4D-97C73898E91F}" srcOrd="1" destOrd="0" presId="urn:microsoft.com/office/officeart/2016/7/layout/LinearBlockProcessNumbered"/>
    <dgm:cxn modelId="{5F4612C0-6899-3C40-AA6F-65BCD9A6F754}" type="presOf" srcId="{7156CC08-8E8A-4A8E-B53D-1BAB74EDF535}" destId="{91F21E08-9D18-C648-8D3A-EF1D5EF1E9D7}" srcOrd="0" destOrd="0" presId="urn:microsoft.com/office/officeart/2016/7/layout/LinearBlockProcessNumbered"/>
    <dgm:cxn modelId="{67B1A4C3-8ECC-2742-BD1F-B0A3339CB3BB}" type="presOf" srcId="{558A7154-1DDB-4925-9744-1B7DD72AB0CF}" destId="{167BCB51-6DE0-1742-AB33-7A73F4ABCDBA}" srcOrd="1" destOrd="0" presId="urn:microsoft.com/office/officeart/2016/7/layout/LinearBlockProcessNumbered"/>
    <dgm:cxn modelId="{63180AE8-95B6-C34F-9A2C-1906D4413515}" type="presOf" srcId="{4DDADFEC-148C-4C84-BD3F-A1E29878EF45}" destId="{87814369-DD94-9245-9DA3-3EA85146A605}" srcOrd="0" destOrd="0" presId="urn:microsoft.com/office/officeart/2016/7/layout/LinearBlockProcessNumbered"/>
    <dgm:cxn modelId="{91090BF9-CC46-4852-B46D-CDCA33C9EB4A}" srcId="{32529B0B-A6F9-4059-B5F0-F5CAFA26BE83}" destId="{DBFCF4CD-A340-4F58-AF78-68DF180E8853}" srcOrd="0" destOrd="0" parTransId="{2411A3A4-A171-4A14-BAD1-DEB8BC5B3411}" sibTransId="{4DDADFEC-148C-4C84-BD3F-A1E29878EF45}"/>
    <dgm:cxn modelId="{0C8623FF-37E6-CA47-86C3-8DD9AAFC63B1}" type="presOf" srcId="{01FCFC4F-0B78-4ED4-94B6-6E0FC4663176}" destId="{BB2D8458-930B-CC44-9320-1DE1FADFF60C}" srcOrd="1" destOrd="0" presId="urn:microsoft.com/office/officeart/2016/7/layout/LinearBlockProcessNumbered"/>
    <dgm:cxn modelId="{7D0318D0-60A1-D847-8E3B-AE7B5FAF68FD}" type="presParOf" srcId="{C690036B-50F7-664E-80A9-2ADF39E9836A}" destId="{9FE7911D-43DC-3949-85D5-EBECCF824F87}" srcOrd="0" destOrd="0" presId="urn:microsoft.com/office/officeart/2016/7/layout/LinearBlockProcessNumbered"/>
    <dgm:cxn modelId="{8AC7F4CD-11EB-B043-A0A2-E38C64B3A314}" type="presParOf" srcId="{9FE7911D-43DC-3949-85D5-EBECCF824F87}" destId="{616B1A4D-ED10-2244-BF03-B9828332EC44}" srcOrd="0" destOrd="0" presId="urn:microsoft.com/office/officeart/2016/7/layout/LinearBlockProcessNumbered"/>
    <dgm:cxn modelId="{73FE00D8-AF28-B645-810B-1E52ED14D0C4}" type="presParOf" srcId="{9FE7911D-43DC-3949-85D5-EBECCF824F87}" destId="{87814369-DD94-9245-9DA3-3EA85146A605}" srcOrd="1" destOrd="0" presId="urn:microsoft.com/office/officeart/2016/7/layout/LinearBlockProcessNumbered"/>
    <dgm:cxn modelId="{F34B0EBB-DCB7-7A46-A21D-8EA85084F009}" type="presParOf" srcId="{9FE7911D-43DC-3949-85D5-EBECCF824F87}" destId="{C8646BCA-8268-164A-B985-166D33E4D4D6}" srcOrd="2" destOrd="0" presId="urn:microsoft.com/office/officeart/2016/7/layout/LinearBlockProcessNumbered"/>
    <dgm:cxn modelId="{4EE89588-274E-BF4F-A554-C27E6BA6A98D}" type="presParOf" srcId="{C690036B-50F7-664E-80A9-2ADF39E9836A}" destId="{CB03CF16-B4A4-2B4D-86E1-7BE380F51CE3}" srcOrd="1" destOrd="0" presId="urn:microsoft.com/office/officeart/2016/7/layout/LinearBlockProcessNumbered"/>
    <dgm:cxn modelId="{04965750-0956-2C42-9F7E-065B8B2C4044}" type="presParOf" srcId="{C690036B-50F7-664E-80A9-2ADF39E9836A}" destId="{5CFE226C-6EE9-0E41-824E-6D8D402FF90F}" srcOrd="2" destOrd="0" presId="urn:microsoft.com/office/officeart/2016/7/layout/LinearBlockProcessNumbered"/>
    <dgm:cxn modelId="{4A881508-69BA-754E-9ABB-7B2ADFD79E5E}" type="presParOf" srcId="{5CFE226C-6EE9-0E41-824E-6D8D402FF90F}" destId="{4E8BA89A-D950-6C4F-8ACB-013A7F7B0B38}" srcOrd="0" destOrd="0" presId="urn:microsoft.com/office/officeart/2016/7/layout/LinearBlockProcessNumbered"/>
    <dgm:cxn modelId="{B488373D-F9D0-6440-A2A5-7FB9D72A11EB}" type="presParOf" srcId="{5CFE226C-6EE9-0E41-824E-6D8D402FF90F}" destId="{DEB5BBA2-DC1E-CB4E-8701-0B733004DADC}" srcOrd="1" destOrd="0" presId="urn:microsoft.com/office/officeart/2016/7/layout/LinearBlockProcessNumbered"/>
    <dgm:cxn modelId="{48F17665-161F-1C4E-B8A8-4E1153C2ECE4}" type="presParOf" srcId="{5CFE226C-6EE9-0E41-824E-6D8D402FF90F}" destId="{C8516827-62B2-DD42-BE4D-97C73898E91F}" srcOrd="2" destOrd="0" presId="urn:microsoft.com/office/officeart/2016/7/layout/LinearBlockProcessNumbered"/>
    <dgm:cxn modelId="{C62AA97D-E59C-D549-9EDF-DCA3F99036C6}" type="presParOf" srcId="{C690036B-50F7-664E-80A9-2ADF39E9836A}" destId="{EE325ABD-CA66-854E-8039-888E8138700D}" srcOrd="3" destOrd="0" presId="urn:microsoft.com/office/officeart/2016/7/layout/LinearBlockProcessNumbered"/>
    <dgm:cxn modelId="{86174484-2C6E-C746-9F5A-208DAA652DA1}" type="presParOf" srcId="{C690036B-50F7-664E-80A9-2ADF39E9836A}" destId="{87C31132-4CA4-AE48-A546-5921310D3794}" srcOrd="4" destOrd="0" presId="urn:microsoft.com/office/officeart/2016/7/layout/LinearBlockProcessNumbered"/>
    <dgm:cxn modelId="{9700EDCF-E223-DD4E-9B85-5D8548F61FFC}" type="presParOf" srcId="{87C31132-4CA4-AE48-A546-5921310D3794}" destId="{5B5950DB-8196-7C4F-A297-9462D6A87621}" srcOrd="0" destOrd="0" presId="urn:microsoft.com/office/officeart/2016/7/layout/LinearBlockProcessNumbered"/>
    <dgm:cxn modelId="{DC9284FD-5225-F047-843A-B9A3E042F73A}" type="presParOf" srcId="{87C31132-4CA4-AE48-A546-5921310D3794}" destId="{B587B3C7-374C-8F42-8807-AD3A65F7D8B3}" srcOrd="1" destOrd="0" presId="urn:microsoft.com/office/officeart/2016/7/layout/LinearBlockProcessNumbered"/>
    <dgm:cxn modelId="{EC1F5928-9FD3-5B48-A905-79447F0FA51E}" type="presParOf" srcId="{87C31132-4CA4-AE48-A546-5921310D3794}" destId="{A0561634-4146-E149-AF9D-4A6BD9F69705}" srcOrd="2" destOrd="0" presId="urn:microsoft.com/office/officeart/2016/7/layout/LinearBlockProcessNumbered"/>
    <dgm:cxn modelId="{367FBF36-89A4-E943-AFDB-009B1B70F6D6}" type="presParOf" srcId="{C690036B-50F7-664E-80A9-2ADF39E9836A}" destId="{0082B85D-2248-2946-B69E-81C46B39133E}" srcOrd="5" destOrd="0" presId="urn:microsoft.com/office/officeart/2016/7/layout/LinearBlockProcessNumbered"/>
    <dgm:cxn modelId="{836B2932-C611-C24D-8E30-248F7455B4A8}" type="presParOf" srcId="{C690036B-50F7-664E-80A9-2ADF39E9836A}" destId="{EFEB70D0-CAE1-0748-99BD-5C1E41472F07}" srcOrd="6" destOrd="0" presId="urn:microsoft.com/office/officeart/2016/7/layout/LinearBlockProcessNumbered"/>
    <dgm:cxn modelId="{40A28A91-7BB6-D847-A623-432B85DB0B57}" type="presParOf" srcId="{EFEB70D0-CAE1-0748-99BD-5C1E41472F07}" destId="{31F7895A-B279-0246-87EB-C83F8FEE12B2}" srcOrd="0" destOrd="0" presId="urn:microsoft.com/office/officeart/2016/7/layout/LinearBlockProcessNumbered"/>
    <dgm:cxn modelId="{62E8752F-082F-EC4B-99FE-D91F06F7F892}" type="presParOf" srcId="{EFEB70D0-CAE1-0748-99BD-5C1E41472F07}" destId="{91F21E08-9D18-C648-8D3A-EF1D5EF1E9D7}" srcOrd="1" destOrd="0" presId="urn:microsoft.com/office/officeart/2016/7/layout/LinearBlockProcessNumbered"/>
    <dgm:cxn modelId="{EB20DCD7-10DD-8649-8501-7325ED9E21A3}" type="presParOf" srcId="{EFEB70D0-CAE1-0748-99BD-5C1E41472F07}" destId="{BB2D8458-930B-CC44-9320-1DE1FADFF60C}" srcOrd="2" destOrd="0" presId="urn:microsoft.com/office/officeart/2016/7/layout/LinearBlockProcessNumbered"/>
    <dgm:cxn modelId="{DBD9071F-91D6-AB45-BB07-7933E404A72B}" type="presParOf" srcId="{C690036B-50F7-664E-80A9-2ADF39E9836A}" destId="{62D24E0A-D5A7-9742-8D21-AD5416B497B8}" srcOrd="7" destOrd="0" presId="urn:microsoft.com/office/officeart/2016/7/layout/LinearBlockProcessNumbered"/>
    <dgm:cxn modelId="{1FF994AA-25F8-B74E-8C6C-7315C9C8A4DC}" type="presParOf" srcId="{C690036B-50F7-664E-80A9-2ADF39E9836A}" destId="{AEDCB992-8208-2244-A438-157FB4ED8A96}" srcOrd="8" destOrd="0" presId="urn:microsoft.com/office/officeart/2016/7/layout/LinearBlockProcessNumbered"/>
    <dgm:cxn modelId="{0B2BA4E8-93E2-784E-89BB-3294C895D88E}" type="presParOf" srcId="{AEDCB992-8208-2244-A438-157FB4ED8A96}" destId="{7942010E-9872-BF43-B309-02DD2A488ACD}" srcOrd="0" destOrd="0" presId="urn:microsoft.com/office/officeart/2016/7/layout/LinearBlockProcessNumbered"/>
    <dgm:cxn modelId="{CDAB4740-652B-8B40-9950-9DF75BA4A75E}" type="presParOf" srcId="{AEDCB992-8208-2244-A438-157FB4ED8A96}" destId="{17E547C1-8A3B-494F-9DC9-8EB24FF809DF}" srcOrd="1" destOrd="0" presId="urn:microsoft.com/office/officeart/2016/7/layout/LinearBlockProcessNumbered"/>
    <dgm:cxn modelId="{401A23C1-E97A-414F-98E7-B38F96C03DE1}" type="presParOf" srcId="{AEDCB992-8208-2244-A438-157FB4ED8A96}" destId="{167BCB51-6DE0-1742-AB33-7A73F4ABCDB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970E8-4AE2-3E40-99E6-469EC12FD136}">
      <dsp:nvSpPr>
        <dsp:cNvPr id="0" name=""/>
        <dsp:cNvSpPr/>
      </dsp:nvSpPr>
      <dsp:spPr>
        <a:xfrm>
          <a:off x="0" y="0"/>
          <a:ext cx="8260080" cy="83607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6 inventory Points </a:t>
          </a:r>
        </a:p>
      </dsp:txBody>
      <dsp:txXfrm>
        <a:off x="24488" y="24488"/>
        <a:ext cx="7287244" cy="787096"/>
      </dsp:txXfrm>
    </dsp:sp>
    <dsp:sp modelId="{3DA1AF31-EFA4-F248-8BA9-57675F3030E5}">
      <dsp:nvSpPr>
        <dsp:cNvPr id="0" name=""/>
        <dsp:cNvSpPr/>
      </dsp:nvSpPr>
      <dsp:spPr>
        <a:xfrm>
          <a:off x="691781" y="988085"/>
          <a:ext cx="8260080" cy="836072"/>
        </a:xfrm>
        <a:prstGeom prst="roundRect">
          <a:avLst>
            <a:gd name="adj" fmla="val 10000"/>
          </a:avLst>
        </a:prstGeom>
        <a:solidFill>
          <a:schemeClr val="accent5">
            <a:hueOff val="-4685736"/>
            <a:satOff val="-7197"/>
            <a:lumOff val="-33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11 Sales channel </a:t>
          </a:r>
        </a:p>
      </dsp:txBody>
      <dsp:txXfrm>
        <a:off x="716269" y="1012573"/>
        <a:ext cx="6975875" cy="787096"/>
      </dsp:txXfrm>
    </dsp:sp>
    <dsp:sp modelId="{4CEAD981-7689-654F-8E6F-B00AC93499B0}">
      <dsp:nvSpPr>
        <dsp:cNvPr id="0" name=""/>
        <dsp:cNvSpPr/>
      </dsp:nvSpPr>
      <dsp:spPr>
        <a:xfrm>
          <a:off x="1373238" y="1976171"/>
          <a:ext cx="8260080" cy="836072"/>
        </a:xfrm>
        <a:prstGeom prst="roundRect">
          <a:avLst>
            <a:gd name="adj" fmla="val 10000"/>
          </a:avLst>
        </a:prstGeom>
        <a:solidFill>
          <a:schemeClr val="accent5">
            <a:hueOff val="-9371472"/>
            <a:satOff val="-14394"/>
            <a:lumOff val="-67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Covering 40 counties ( all major economies ) </a:t>
          </a:r>
        </a:p>
      </dsp:txBody>
      <dsp:txXfrm>
        <a:off x="1397726" y="2000659"/>
        <a:ext cx="6986200" cy="787096"/>
      </dsp:txXfrm>
    </dsp:sp>
    <dsp:sp modelId="{A6778810-2096-9C41-B44F-7138C666562F}">
      <dsp:nvSpPr>
        <dsp:cNvPr id="0" name=""/>
        <dsp:cNvSpPr/>
      </dsp:nvSpPr>
      <dsp:spPr>
        <a:xfrm>
          <a:off x="2065019" y="2964256"/>
          <a:ext cx="8260080" cy="836072"/>
        </a:xfrm>
        <a:prstGeom prst="roundRect">
          <a:avLst>
            <a:gd name="adj" fmla="val 10000"/>
          </a:avLst>
        </a:prstGeom>
        <a:solidFill>
          <a:schemeClr val="accent5">
            <a:hueOff val="-14057206"/>
            <a:satOff val="-21591"/>
            <a:lumOff val="-101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Creating multi million Dollar business vertical </a:t>
          </a:r>
        </a:p>
      </dsp:txBody>
      <dsp:txXfrm>
        <a:off x="2089507" y="2988744"/>
        <a:ext cx="6975875" cy="787096"/>
      </dsp:txXfrm>
    </dsp:sp>
    <dsp:sp modelId="{5414D164-ED67-D24A-84B1-A688C55326CF}">
      <dsp:nvSpPr>
        <dsp:cNvPr id="0" name=""/>
        <dsp:cNvSpPr/>
      </dsp:nvSpPr>
      <dsp:spPr>
        <a:xfrm>
          <a:off x="7716632" y="640355"/>
          <a:ext cx="543447" cy="54344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7838908" y="640355"/>
        <a:ext cx="298895" cy="408944"/>
      </dsp:txXfrm>
    </dsp:sp>
    <dsp:sp modelId="{2151B33F-6F57-5040-8637-24FCA4E15BDB}">
      <dsp:nvSpPr>
        <dsp:cNvPr id="0" name=""/>
        <dsp:cNvSpPr/>
      </dsp:nvSpPr>
      <dsp:spPr>
        <a:xfrm>
          <a:off x="8408414" y="1628440"/>
          <a:ext cx="543447" cy="54344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116907"/>
            <a:satOff val="-15227"/>
            <a:lumOff val="-122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8530690" y="1628440"/>
        <a:ext cx="298895" cy="408944"/>
      </dsp:txXfrm>
    </dsp:sp>
    <dsp:sp modelId="{A7D3AA8D-CF3A-DC4A-BABC-177046379621}">
      <dsp:nvSpPr>
        <dsp:cNvPr id="0" name=""/>
        <dsp:cNvSpPr/>
      </dsp:nvSpPr>
      <dsp:spPr>
        <a:xfrm>
          <a:off x="9089871" y="2616526"/>
          <a:ext cx="543447" cy="54344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4233814"/>
            <a:satOff val="-30453"/>
            <a:lumOff val="-244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9212147" y="2616526"/>
        <a:ext cx="298895" cy="408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A9E5C-BB06-7146-A6ED-6772B35C861E}">
      <dsp:nvSpPr>
        <dsp:cNvPr id="0" name=""/>
        <dsp:cNvSpPr/>
      </dsp:nvSpPr>
      <dsp:spPr>
        <a:xfrm>
          <a:off x="0" y="43254"/>
          <a:ext cx="6879517" cy="10483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North America </a:t>
          </a:r>
        </a:p>
      </dsp:txBody>
      <dsp:txXfrm>
        <a:off x="51175" y="94429"/>
        <a:ext cx="6777167" cy="945970"/>
      </dsp:txXfrm>
    </dsp:sp>
    <dsp:sp modelId="{72801C8C-7310-EA46-B953-2C184764F1E4}">
      <dsp:nvSpPr>
        <dsp:cNvPr id="0" name=""/>
        <dsp:cNvSpPr/>
      </dsp:nvSpPr>
      <dsp:spPr>
        <a:xfrm>
          <a:off x="0" y="1252854"/>
          <a:ext cx="6879517" cy="1048320"/>
        </a:xfrm>
        <a:prstGeom prst="roundRect">
          <a:avLst/>
        </a:prstGeom>
        <a:solidFill>
          <a:schemeClr val="accent5">
            <a:hueOff val="-3514302"/>
            <a:satOff val="-5398"/>
            <a:lumOff val="-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United Kingdom </a:t>
          </a:r>
        </a:p>
      </dsp:txBody>
      <dsp:txXfrm>
        <a:off x="51175" y="1304029"/>
        <a:ext cx="6777167" cy="945970"/>
      </dsp:txXfrm>
    </dsp:sp>
    <dsp:sp modelId="{59B5A496-266E-324F-825D-024A247CB2C7}">
      <dsp:nvSpPr>
        <dsp:cNvPr id="0" name=""/>
        <dsp:cNvSpPr/>
      </dsp:nvSpPr>
      <dsp:spPr>
        <a:xfrm>
          <a:off x="0" y="2462454"/>
          <a:ext cx="6879517" cy="1048320"/>
        </a:xfrm>
        <a:prstGeom prst="roundRect">
          <a:avLst/>
        </a:prstGeom>
        <a:solidFill>
          <a:schemeClr val="accent5">
            <a:hueOff val="-7028603"/>
            <a:satOff val="-10795"/>
            <a:lumOff val="-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Europe </a:t>
          </a:r>
        </a:p>
      </dsp:txBody>
      <dsp:txXfrm>
        <a:off x="51175" y="2513629"/>
        <a:ext cx="6777167" cy="945970"/>
      </dsp:txXfrm>
    </dsp:sp>
    <dsp:sp modelId="{957264A2-BD15-F64C-AAAE-0D208F479F8E}">
      <dsp:nvSpPr>
        <dsp:cNvPr id="0" name=""/>
        <dsp:cNvSpPr/>
      </dsp:nvSpPr>
      <dsp:spPr>
        <a:xfrm>
          <a:off x="0" y="3672055"/>
          <a:ext cx="6879517" cy="1048320"/>
        </a:xfrm>
        <a:prstGeom prst="roundRect">
          <a:avLst/>
        </a:prstGeom>
        <a:solidFill>
          <a:schemeClr val="accent5">
            <a:hueOff val="-10542905"/>
            <a:satOff val="-16193"/>
            <a:lumOff val="-76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UAE and GCC country </a:t>
          </a:r>
        </a:p>
      </dsp:txBody>
      <dsp:txXfrm>
        <a:off x="51175" y="3723230"/>
        <a:ext cx="6777167" cy="945970"/>
      </dsp:txXfrm>
    </dsp:sp>
    <dsp:sp modelId="{3F4FDD18-165C-3C43-B446-59A17EFC71DC}">
      <dsp:nvSpPr>
        <dsp:cNvPr id="0" name=""/>
        <dsp:cNvSpPr/>
      </dsp:nvSpPr>
      <dsp:spPr>
        <a:xfrm>
          <a:off x="0" y="4881655"/>
          <a:ext cx="6879517" cy="1048320"/>
        </a:xfrm>
        <a:prstGeom prst="roundRect">
          <a:avLst/>
        </a:prstGeom>
        <a:solidFill>
          <a:schemeClr val="accent5">
            <a:hueOff val="-14057206"/>
            <a:satOff val="-21591"/>
            <a:lumOff val="-101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Australia </a:t>
          </a:r>
        </a:p>
      </dsp:txBody>
      <dsp:txXfrm>
        <a:off x="51175" y="4932830"/>
        <a:ext cx="6777167" cy="9459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795FD4-DD23-0647-9ED1-BACE8A99E8F3}">
      <dsp:nvSpPr>
        <dsp:cNvPr id="0" name=""/>
        <dsp:cNvSpPr/>
      </dsp:nvSpPr>
      <dsp:spPr>
        <a:xfrm>
          <a:off x="895290" y="0"/>
          <a:ext cx="10146627" cy="4894174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A85B6-D16C-0341-B7DD-D4BE8169DF83}">
      <dsp:nvSpPr>
        <dsp:cNvPr id="0" name=""/>
        <dsp:cNvSpPr/>
      </dsp:nvSpPr>
      <dsp:spPr>
        <a:xfrm>
          <a:off x="5828" y="1468252"/>
          <a:ext cx="1300969" cy="19576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Account opening </a:t>
          </a:r>
        </a:p>
      </dsp:txBody>
      <dsp:txXfrm>
        <a:off x="69336" y="1531760"/>
        <a:ext cx="1173953" cy="1830653"/>
      </dsp:txXfrm>
    </dsp:sp>
    <dsp:sp modelId="{83C15E65-685E-5B40-881B-3D151A04DF4A}">
      <dsp:nvSpPr>
        <dsp:cNvPr id="0" name=""/>
        <dsp:cNvSpPr/>
      </dsp:nvSpPr>
      <dsp:spPr>
        <a:xfrm>
          <a:off x="1523626" y="1468252"/>
          <a:ext cx="1300969" cy="19576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Compliance </a:t>
          </a:r>
        </a:p>
      </dsp:txBody>
      <dsp:txXfrm>
        <a:off x="1587134" y="1531760"/>
        <a:ext cx="1173953" cy="1830653"/>
      </dsp:txXfrm>
    </dsp:sp>
    <dsp:sp modelId="{0DC97616-8A31-6844-9E04-F4ACE560F792}">
      <dsp:nvSpPr>
        <dsp:cNvPr id="0" name=""/>
        <dsp:cNvSpPr/>
      </dsp:nvSpPr>
      <dsp:spPr>
        <a:xfrm>
          <a:off x="3041423" y="1468252"/>
          <a:ext cx="1300969" cy="19576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logistics and warehousing </a:t>
          </a:r>
        </a:p>
      </dsp:txBody>
      <dsp:txXfrm>
        <a:off x="3104931" y="1531760"/>
        <a:ext cx="1173953" cy="1830653"/>
      </dsp:txXfrm>
    </dsp:sp>
    <dsp:sp modelId="{865D91D5-E6BA-C444-A82D-3434F6774FDB}">
      <dsp:nvSpPr>
        <dsp:cNvPr id="0" name=""/>
        <dsp:cNvSpPr/>
      </dsp:nvSpPr>
      <dsp:spPr>
        <a:xfrm>
          <a:off x="4559221" y="1468252"/>
          <a:ext cx="1300969" cy="19576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Category Sales data analysis </a:t>
          </a:r>
        </a:p>
      </dsp:txBody>
      <dsp:txXfrm>
        <a:off x="4622729" y="1531760"/>
        <a:ext cx="1173953" cy="1830653"/>
      </dsp:txXfrm>
    </dsp:sp>
    <dsp:sp modelId="{2D6A0B19-05ED-0647-8605-55B54364D8D7}">
      <dsp:nvSpPr>
        <dsp:cNvPr id="0" name=""/>
        <dsp:cNvSpPr/>
      </dsp:nvSpPr>
      <dsp:spPr>
        <a:xfrm>
          <a:off x="6077018" y="1468252"/>
          <a:ext cx="1300969" cy="19576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Product assortment as per category analysis </a:t>
          </a:r>
        </a:p>
      </dsp:txBody>
      <dsp:txXfrm>
        <a:off x="6140526" y="1531760"/>
        <a:ext cx="1173953" cy="1830653"/>
      </dsp:txXfrm>
    </dsp:sp>
    <dsp:sp modelId="{8FE07733-2B3C-D041-8DBA-7EFFBE263087}">
      <dsp:nvSpPr>
        <dsp:cNvPr id="0" name=""/>
        <dsp:cNvSpPr/>
      </dsp:nvSpPr>
      <dsp:spPr>
        <a:xfrm>
          <a:off x="7594816" y="1468252"/>
          <a:ext cx="1300969" cy="19576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Content and Creative </a:t>
          </a:r>
        </a:p>
      </dsp:txBody>
      <dsp:txXfrm>
        <a:off x="7658324" y="1531760"/>
        <a:ext cx="1173953" cy="1830653"/>
      </dsp:txXfrm>
    </dsp:sp>
    <dsp:sp modelId="{C0384542-F661-D94B-A8C1-1E8E5795B10F}">
      <dsp:nvSpPr>
        <dsp:cNvPr id="0" name=""/>
        <dsp:cNvSpPr/>
      </dsp:nvSpPr>
      <dsp:spPr>
        <a:xfrm>
          <a:off x="9112613" y="1468252"/>
          <a:ext cx="1300969" cy="19576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Listing and enhance brand content .</a:t>
          </a:r>
        </a:p>
      </dsp:txBody>
      <dsp:txXfrm>
        <a:off x="9176121" y="1531760"/>
        <a:ext cx="1173953" cy="1830653"/>
      </dsp:txXfrm>
    </dsp:sp>
    <dsp:sp modelId="{8E09F628-E898-DD43-818C-87386CBB0B93}">
      <dsp:nvSpPr>
        <dsp:cNvPr id="0" name=""/>
        <dsp:cNvSpPr/>
      </dsp:nvSpPr>
      <dsp:spPr>
        <a:xfrm>
          <a:off x="10630411" y="1468252"/>
          <a:ext cx="1300969" cy="19576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Go live </a:t>
          </a:r>
        </a:p>
      </dsp:txBody>
      <dsp:txXfrm>
        <a:off x="10693919" y="1531760"/>
        <a:ext cx="1173953" cy="18306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5127D-5AC4-724F-AA32-482FF49A6C7B}">
      <dsp:nvSpPr>
        <dsp:cNvPr id="0" name=""/>
        <dsp:cNvSpPr/>
      </dsp:nvSpPr>
      <dsp:spPr>
        <a:xfrm>
          <a:off x="0" y="0"/>
          <a:ext cx="758548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AAB10-E9D1-AF48-9355-DA97B5A90213}">
      <dsp:nvSpPr>
        <dsp:cNvPr id="0" name=""/>
        <dsp:cNvSpPr/>
      </dsp:nvSpPr>
      <dsp:spPr>
        <a:xfrm>
          <a:off x="0" y="0"/>
          <a:ext cx="7585488" cy="1258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Amazon global seller account will be opened.</a:t>
          </a:r>
        </a:p>
      </dsp:txBody>
      <dsp:txXfrm>
        <a:off x="0" y="0"/>
        <a:ext cx="7585488" cy="1258695"/>
      </dsp:txXfrm>
    </dsp:sp>
    <dsp:sp modelId="{2FA4D8C2-5AED-684C-B76E-E194FB46F5AE}">
      <dsp:nvSpPr>
        <dsp:cNvPr id="0" name=""/>
        <dsp:cNvSpPr/>
      </dsp:nvSpPr>
      <dsp:spPr>
        <a:xfrm>
          <a:off x="0" y="1258695"/>
          <a:ext cx="7585488" cy="0"/>
        </a:xfrm>
        <a:prstGeom prst="line">
          <a:avLst/>
        </a:prstGeom>
        <a:solidFill>
          <a:schemeClr val="accent2">
            <a:hueOff val="-4527264"/>
            <a:satOff val="24101"/>
            <a:lumOff val="3725"/>
            <a:alphaOff val="0"/>
          </a:schemeClr>
        </a:solidFill>
        <a:ln w="12700" cap="flat" cmpd="sng" algn="ctr">
          <a:solidFill>
            <a:schemeClr val="accent2">
              <a:hueOff val="-4527264"/>
              <a:satOff val="24101"/>
              <a:lumOff val="37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F26B0-5F58-844D-B794-C1E802E47874}">
      <dsp:nvSpPr>
        <dsp:cNvPr id="0" name=""/>
        <dsp:cNvSpPr/>
      </dsp:nvSpPr>
      <dsp:spPr>
        <a:xfrm>
          <a:off x="0" y="1258695"/>
          <a:ext cx="7585488" cy="1258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This will be done with company’s Indian entity KYC documents, Banking and Tax details.</a:t>
          </a:r>
        </a:p>
      </dsp:txBody>
      <dsp:txXfrm>
        <a:off x="0" y="1258695"/>
        <a:ext cx="7585488" cy="1258695"/>
      </dsp:txXfrm>
    </dsp:sp>
    <dsp:sp modelId="{B07D93C3-5250-0149-83FF-6B0D5D0377FB}">
      <dsp:nvSpPr>
        <dsp:cNvPr id="0" name=""/>
        <dsp:cNvSpPr/>
      </dsp:nvSpPr>
      <dsp:spPr>
        <a:xfrm>
          <a:off x="0" y="2517390"/>
          <a:ext cx="7585488" cy="0"/>
        </a:xfrm>
        <a:prstGeom prst="line">
          <a:avLst/>
        </a:prstGeom>
        <a:solidFill>
          <a:schemeClr val="accent2">
            <a:hueOff val="-9054529"/>
            <a:satOff val="48203"/>
            <a:lumOff val="7451"/>
            <a:alphaOff val="0"/>
          </a:schemeClr>
        </a:solidFill>
        <a:ln w="12700" cap="flat" cmpd="sng" algn="ctr">
          <a:solidFill>
            <a:schemeClr val="accent2">
              <a:hueOff val="-9054529"/>
              <a:satOff val="48203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DF997-1B21-3343-87C5-93AF46A0C95A}">
      <dsp:nvSpPr>
        <dsp:cNvPr id="0" name=""/>
        <dsp:cNvSpPr/>
      </dsp:nvSpPr>
      <dsp:spPr>
        <a:xfrm>
          <a:off x="0" y="2517390"/>
          <a:ext cx="7585488" cy="1258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Common payment gateway will be Integrated to give consolidated payment in USD .</a:t>
          </a:r>
        </a:p>
      </dsp:txBody>
      <dsp:txXfrm>
        <a:off x="0" y="2517390"/>
        <a:ext cx="7585488" cy="1258695"/>
      </dsp:txXfrm>
    </dsp:sp>
    <dsp:sp modelId="{076576DD-09AC-4B44-B628-405FD8ED7E6F}">
      <dsp:nvSpPr>
        <dsp:cNvPr id="0" name=""/>
        <dsp:cNvSpPr/>
      </dsp:nvSpPr>
      <dsp:spPr>
        <a:xfrm>
          <a:off x="0" y="3776085"/>
          <a:ext cx="7585488" cy="0"/>
        </a:xfrm>
        <a:prstGeom prst="line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accent2">
              <a:hueOff val="-13581792"/>
              <a:satOff val="72304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28A32-2DED-274A-87FA-09072E87B536}">
      <dsp:nvSpPr>
        <dsp:cNvPr id="0" name=""/>
        <dsp:cNvSpPr/>
      </dsp:nvSpPr>
      <dsp:spPr>
        <a:xfrm>
          <a:off x="0" y="3776085"/>
          <a:ext cx="7585488" cy="1258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For other market places the registration must be region wise .</a:t>
          </a:r>
        </a:p>
      </dsp:txBody>
      <dsp:txXfrm>
        <a:off x="0" y="3776085"/>
        <a:ext cx="7585488" cy="12586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5E46C-52DE-4A41-9148-77D5F6FC5ACD}">
      <dsp:nvSpPr>
        <dsp:cNvPr id="0" name=""/>
        <dsp:cNvSpPr/>
      </dsp:nvSpPr>
      <dsp:spPr>
        <a:xfrm>
          <a:off x="0" y="66844"/>
          <a:ext cx="7033426" cy="804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All regions have different requirement </a:t>
          </a:r>
        </a:p>
      </dsp:txBody>
      <dsp:txXfrm>
        <a:off x="39295" y="106139"/>
        <a:ext cx="6954836" cy="726370"/>
      </dsp:txXfrm>
    </dsp:sp>
    <dsp:sp modelId="{D176ECCE-A619-054D-B3E5-680D15E47CE6}">
      <dsp:nvSpPr>
        <dsp:cNvPr id="0" name=""/>
        <dsp:cNvSpPr/>
      </dsp:nvSpPr>
      <dsp:spPr>
        <a:xfrm>
          <a:off x="0" y="995644"/>
          <a:ext cx="7033426" cy="804960"/>
        </a:xfrm>
        <a:prstGeom prst="roundRect">
          <a:avLst/>
        </a:prstGeom>
        <a:solidFill>
          <a:schemeClr val="accent2">
            <a:hueOff val="-2263632"/>
            <a:satOff val="12051"/>
            <a:lumOff val="1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USA – No entity and no tax number required </a:t>
          </a:r>
        </a:p>
      </dsp:txBody>
      <dsp:txXfrm>
        <a:off x="39295" y="1034939"/>
        <a:ext cx="6954836" cy="726370"/>
      </dsp:txXfrm>
    </dsp:sp>
    <dsp:sp modelId="{72749C66-0B9E-3D49-97B0-0813D928C140}">
      <dsp:nvSpPr>
        <dsp:cNvPr id="0" name=""/>
        <dsp:cNvSpPr/>
      </dsp:nvSpPr>
      <dsp:spPr>
        <a:xfrm>
          <a:off x="0" y="1924444"/>
          <a:ext cx="7033426" cy="804960"/>
        </a:xfrm>
        <a:prstGeom prst="roundRect">
          <a:avLst/>
        </a:prstGeom>
        <a:solidFill>
          <a:schemeClr val="accent2">
            <a:hueOff val="-4527264"/>
            <a:satOff val="24101"/>
            <a:lumOff val="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Canada – No entity required ,  need VAT Number </a:t>
          </a:r>
        </a:p>
      </dsp:txBody>
      <dsp:txXfrm>
        <a:off x="39295" y="1963739"/>
        <a:ext cx="6954836" cy="726370"/>
      </dsp:txXfrm>
    </dsp:sp>
    <dsp:sp modelId="{6987F134-D7B7-A84F-B897-E217084D1AA0}">
      <dsp:nvSpPr>
        <dsp:cNvPr id="0" name=""/>
        <dsp:cNvSpPr/>
      </dsp:nvSpPr>
      <dsp:spPr>
        <a:xfrm>
          <a:off x="0" y="2853244"/>
          <a:ext cx="7033426" cy="804960"/>
        </a:xfrm>
        <a:prstGeom prst="roundRect">
          <a:avLst/>
        </a:prstGeom>
        <a:solidFill>
          <a:schemeClr val="accent2">
            <a:hueOff val="-6790896"/>
            <a:satOff val="36152"/>
            <a:lumOff val="5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UK – No entity required , need VAT Number </a:t>
          </a:r>
        </a:p>
      </dsp:txBody>
      <dsp:txXfrm>
        <a:off x="39295" y="2892539"/>
        <a:ext cx="6954836" cy="726370"/>
      </dsp:txXfrm>
    </dsp:sp>
    <dsp:sp modelId="{1F9593FE-7ED1-E54C-863B-DC3C1FA1FD27}">
      <dsp:nvSpPr>
        <dsp:cNvPr id="0" name=""/>
        <dsp:cNvSpPr/>
      </dsp:nvSpPr>
      <dsp:spPr>
        <a:xfrm>
          <a:off x="0" y="3782044"/>
          <a:ext cx="7033426" cy="804960"/>
        </a:xfrm>
        <a:prstGeom prst="roundRect">
          <a:avLst/>
        </a:prstGeom>
        <a:solidFill>
          <a:schemeClr val="accent2">
            <a:hueOff val="-9054529"/>
            <a:satOff val="48203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EU - No entity required , need VAT number .</a:t>
          </a:r>
        </a:p>
      </dsp:txBody>
      <dsp:txXfrm>
        <a:off x="39295" y="3821339"/>
        <a:ext cx="6954836" cy="726370"/>
      </dsp:txXfrm>
    </dsp:sp>
    <dsp:sp modelId="{3F053A8E-1912-CD42-8925-FF5E33B398AF}">
      <dsp:nvSpPr>
        <dsp:cNvPr id="0" name=""/>
        <dsp:cNvSpPr/>
      </dsp:nvSpPr>
      <dsp:spPr>
        <a:xfrm>
          <a:off x="0" y="4710844"/>
          <a:ext cx="7033426" cy="804960"/>
        </a:xfrm>
        <a:prstGeom prst="roundRect">
          <a:avLst/>
        </a:prstGeom>
        <a:solidFill>
          <a:schemeClr val="accent2">
            <a:hueOff val="-11318160"/>
            <a:satOff val="60253"/>
            <a:lumOff val="93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Australia – No entity required no tax number .</a:t>
          </a:r>
        </a:p>
      </dsp:txBody>
      <dsp:txXfrm>
        <a:off x="39295" y="4750139"/>
        <a:ext cx="6954836" cy="726370"/>
      </dsp:txXfrm>
    </dsp:sp>
    <dsp:sp modelId="{61CBFAC4-C947-AB43-A04E-B94BF66BDD4B}">
      <dsp:nvSpPr>
        <dsp:cNvPr id="0" name=""/>
        <dsp:cNvSpPr/>
      </dsp:nvSpPr>
      <dsp:spPr>
        <a:xfrm>
          <a:off x="0" y="5639644"/>
          <a:ext cx="7033426" cy="804960"/>
        </a:xfrm>
        <a:prstGeom prst="roundRect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UAE – need to do product registration, Entity formation and VAT . (This can be management by notional 3rd part) </a:t>
          </a:r>
        </a:p>
      </dsp:txBody>
      <dsp:txXfrm>
        <a:off x="39295" y="5678939"/>
        <a:ext cx="6954836" cy="7263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D92DB-4E9B-464A-8D87-51FFCB0E4635}">
      <dsp:nvSpPr>
        <dsp:cNvPr id="0" name=""/>
        <dsp:cNvSpPr/>
      </dsp:nvSpPr>
      <dsp:spPr>
        <a:xfrm>
          <a:off x="0" y="1118974"/>
          <a:ext cx="6388455" cy="1521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Product compliance is Region wise.</a:t>
          </a:r>
        </a:p>
      </dsp:txBody>
      <dsp:txXfrm>
        <a:off x="74249" y="1193223"/>
        <a:ext cx="6239957" cy="1372502"/>
      </dsp:txXfrm>
    </dsp:sp>
    <dsp:sp modelId="{6062BF3F-0DD4-8048-A0C6-F03B9A675C10}">
      <dsp:nvSpPr>
        <dsp:cNvPr id="0" name=""/>
        <dsp:cNvSpPr/>
      </dsp:nvSpPr>
      <dsp:spPr>
        <a:xfrm>
          <a:off x="0" y="2827174"/>
          <a:ext cx="6388455" cy="1521000"/>
        </a:xfrm>
        <a:prstGeom prst="roundRect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 third party agency services will be used for compliance part and all certifications.</a:t>
          </a:r>
        </a:p>
      </dsp:txBody>
      <dsp:txXfrm>
        <a:off x="74249" y="2901423"/>
        <a:ext cx="6239957" cy="13725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98BA3-3156-9145-8EFA-D65FC98A9E50}">
      <dsp:nvSpPr>
        <dsp:cNvPr id="0" name=""/>
        <dsp:cNvSpPr/>
      </dsp:nvSpPr>
      <dsp:spPr>
        <a:xfrm>
          <a:off x="0" y="729"/>
          <a:ext cx="783392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90C70-AF85-5B43-B08E-ABF56C84AA7B}">
      <dsp:nvSpPr>
        <dsp:cNvPr id="0" name=""/>
        <dsp:cNvSpPr/>
      </dsp:nvSpPr>
      <dsp:spPr>
        <a:xfrm>
          <a:off x="0" y="729"/>
          <a:ext cx="7833929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Market wise, category wise  top seller  and the sales data will be provided to for understanding market potential.</a:t>
          </a:r>
        </a:p>
      </dsp:txBody>
      <dsp:txXfrm>
        <a:off x="0" y="729"/>
        <a:ext cx="7833929" cy="1194354"/>
      </dsp:txXfrm>
    </dsp:sp>
    <dsp:sp modelId="{3E07FD85-0899-EB4B-98E2-B3BDD80EF3DF}">
      <dsp:nvSpPr>
        <dsp:cNvPr id="0" name=""/>
        <dsp:cNvSpPr/>
      </dsp:nvSpPr>
      <dsp:spPr>
        <a:xfrm>
          <a:off x="0" y="1195083"/>
          <a:ext cx="7833929" cy="0"/>
        </a:xfrm>
        <a:prstGeom prst="line">
          <a:avLst/>
        </a:prstGeom>
        <a:solidFill>
          <a:schemeClr val="accent2">
            <a:hueOff val="-3395448"/>
            <a:satOff val="18076"/>
            <a:lumOff val="2794"/>
            <a:alphaOff val="0"/>
          </a:schemeClr>
        </a:solidFill>
        <a:ln w="12700" cap="flat" cmpd="sng" algn="ctr">
          <a:solidFill>
            <a:schemeClr val="accent2">
              <a:hueOff val="-3395448"/>
              <a:satOff val="18076"/>
              <a:lumOff val="27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EE695-C00F-9745-B511-DD680D6FC628}">
      <dsp:nvSpPr>
        <dsp:cNvPr id="0" name=""/>
        <dsp:cNvSpPr/>
      </dsp:nvSpPr>
      <dsp:spPr>
        <a:xfrm>
          <a:off x="0" y="1195083"/>
          <a:ext cx="7833929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Based on this data we can match the product line </a:t>
          </a:r>
        </a:p>
      </dsp:txBody>
      <dsp:txXfrm>
        <a:off x="0" y="1195083"/>
        <a:ext cx="7833929" cy="1194354"/>
      </dsp:txXfrm>
    </dsp:sp>
    <dsp:sp modelId="{9C29C812-051D-154A-B76F-E67651FC1A89}">
      <dsp:nvSpPr>
        <dsp:cNvPr id="0" name=""/>
        <dsp:cNvSpPr/>
      </dsp:nvSpPr>
      <dsp:spPr>
        <a:xfrm>
          <a:off x="0" y="2389437"/>
          <a:ext cx="7833929" cy="0"/>
        </a:xfrm>
        <a:prstGeom prst="line">
          <a:avLst/>
        </a:prstGeom>
        <a:solidFill>
          <a:schemeClr val="accent2">
            <a:hueOff val="-6790896"/>
            <a:satOff val="36152"/>
            <a:lumOff val="5588"/>
            <a:alphaOff val="0"/>
          </a:schemeClr>
        </a:solidFill>
        <a:ln w="12700" cap="flat" cmpd="sng" algn="ctr">
          <a:solidFill>
            <a:schemeClr val="accent2">
              <a:hueOff val="-6790896"/>
              <a:satOff val="36152"/>
              <a:lumOff val="5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72DE6-F6BE-2F48-AC21-38D005CE33DA}">
      <dsp:nvSpPr>
        <dsp:cNvPr id="0" name=""/>
        <dsp:cNvSpPr/>
      </dsp:nvSpPr>
      <dsp:spPr>
        <a:xfrm>
          <a:off x="0" y="2389437"/>
          <a:ext cx="7833929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Once product is identified we do price benchmarking </a:t>
          </a:r>
        </a:p>
      </dsp:txBody>
      <dsp:txXfrm>
        <a:off x="0" y="2389437"/>
        <a:ext cx="7833929" cy="1194354"/>
      </dsp:txXfrm>
    </dsp:sp>
    <dsp:sp modelId="{1F271B66-0C81-5047-864E-3AF4A565F283}">
      <dsp:nvSpPr>
        <dsp:cNvPr id="0" name=""/>
        <dsp:cNvSpPr/>
      </dsp:nvSpPr>
      <dsp:spPr>
        <a:xfrm>
          <a:off x="0" y="3583792"/>
          <a:ext cx="7833929" cy="0"/>
        </a:xfrm>
        <a:prstGeom prst="line">
          <a:avLst/>
        </a:prstGeom>
        <a:solidFill>
          <a:schemeClr val="accent2">
            <a:hueOff val="-10186344"/>
            <a:satOff val="54228"/>
            <a:lumOff val="8382"/>
            <a:alphaOff val="0"/>
          </a:schemeClr>
        </a:solidFill>
        <a:ln w="12700" cap="flat" cmpd="sng" algn="ctr">
          <a:solidFill>
            <a:schemeClr val="accent2">
              <a:hueOff val="-10186344"/>
              <a:satOff val="54228"/>
              <a:lumOff val="83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19F9E-3DF3-6C43-B271-2B1FA0458E9D}">
      <dsp:nvSpPr>
        <dsp:cNvPr id="0" name=""/>
        <dsp:cNvSpPr/>
      </dsp:nvSpPr>
      <dsp:spPr>
        <a:xfrm>
          <a:off x="0" y="3583792"/>
          <a:ext cx="7833929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 ensure product selling is viable, in the proposed price we will share markdown calculation to find net realization .</a:t>
          </a:r>
        </a:p>
      </dsp:txBody>
      <dsp:txXfrm>
        <a:off x="0" y="3583792"/>
        <a:ext cx="7833929" cy="1194354"/>
      </dsp:txXfrm>
    </dsp:sp>
    <dsp:sp modelId="{958F925B-DC06-EA43-8193-E15CCB74A263}">
      <dsp:nvSpPr>
        <dsp:cNvPr id="0" name=""/>
        <dsp:cNvSpPr/>
      </dsp:nvSpPr>
      <dsp:spPr>
        <a:xfrm>
          <a:off x="0" y="4778146"/>
          <a:ext cx="7833929" cy="0"/>
        </a:xfrm>
        <a:prstGeom prst="line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accent2">
              <a:hueOff val="-13581792"/>
              <a:satOff val="72304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C6C83-0B21-1144-9315-CBB19D1C3409}">
      <dsp:nvSpPr>
        <dsp:cNvPr id="0" name=""/>
        <dsp:cNvSpPr/>
      </dsp:nvSpPr>
      <dsp:spPr>
        <a:xfrm>
          <a:off x="0" y="4778146"/>
          <a:ext cx="7833929" cy="1194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Bases this data we finalize assortment </a:t>
          </a:r>
        </a:p>
      </dsp:txBody>
      <dsp:txXfrm>
        <a:off x="0" y="4778146"/>
        <a:ext cx="7833929" cy="11943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484A-1E54-9145-AA45-2A205B489F42}">
      <dsp:nvSpPr>
        <dsp:cNvPr id="0" name=""/>
        <dsp:cNvSpPr/>
      </dsp:nvSpPr>
      <dsp:spPr>
        <a:xfrm>
          <a:off x="3471038" y="856910"/>
          <a:ext cx="6583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839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783012" y="899185"/>
        <a:ext cx="34449" cy="6889"/>
      </dsp:txXfrm>
    </dsp:sp>
    <dsp:sp modelId="{83EFA6D8-3E10-CA48-802C-990121DF98C7}">
      <dsp:nvSpPr>
        <dsp:cNvPr id="0" name=""/>
        <dsp:cNvSpPr/>
      </dsp:nvSpPr>
      <dsp:spPr>
        <a:xfrm>
          <a:off x="477201" y="3939"/>
          <a:ext cx="2995637" cy="17973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789" tIns="154081" rIns="146789" bIns="154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Once product line is finalized </a:t>
          </a:r>
        </a:p>
      </dsp:txBody>
      <dsp:txXfrm>
        <a:off x="477201" y="3939"/>
        <a:ext cx="2995637" cy="1797382"/>
      </dsp:txXfrm>
    </dsp:sp>
    <dsp:sp modelId="{D0883AFE-E61C-8045-A173-BA1A0A40839F}">
      <dsp:nvSpPr>
        <dsp:cNvPr id="0" name=""/>
        <dsp:cNvSpPr/>
      </dsp:nvSpPr>
      <dsp:spPr>
        <a:xfrm>
          <a:off x="7155672" y="856910"/>
          <a:ext cx="6583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8396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7467645" y="899185"/>
        <a:ext cx="34449" cy="6889"/>
      </dsp:txXfrm>
    </dsp:sp>
    <dsp:sp modelId="{FCC15E83-BA10-8543-A5DF-0EB29A919A0D}">
      <dsp:nvSpPr>
        <dsp:cNvPr id="0" name=""/>
        <dsp:cNvSpPr/>
      </dsp:nvSpPr>
      <dsp:spPr>
        <a:xfrm>
          <a:off x="4161835" y="3939"/>
          <a:ext cx="2995637" cy="179738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789" tIns="154081" rIns="146789" bIns="154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Brand to share product information in specific CSV file or PIS file .</a:t>
          </a:r>
        </a:p>
      </dsp:txBody>
      <dsp:txXfrm>
        <a:off x="4161835" y="3939"/>
        <a:ext cx="2995637" cy="1797382"/>
      </dsp:txXfrm>
    </dsp:sp>
    <dsp:sp modelId="{DF9DBEA9-B6D3-174B-9F18-09405996FE3A}">
      <dsp:nvSpPr>
        <dsp:cNvPr id="0" name=""/>
        <dsp:cNvSpPr/>
      </dsp:nvSpPr>
      <dsp:spPr>
        <a:xfrm>
          <a:off x="1975020" y="1799521"/>
          <a:ext cx="7369267" cy="658396"/>
        </a:xfrm>
        <a:custGeom>
          <a:avLst/>
          <a:gdLst/>
          <a:ahLst/>
          <a:cxnLst/>
          <a:rect l="0" t="0" r="0" b="0"/>
          <a:pathLst>
            <a:path>
              <a:moveTo>
                <a:pt x="7369267" y="0"/>
              </a:moveTo>
              <a:lnTo>
                <a:pt x="7369267" y="346298"/>
              </a:lnTo>
              <a:lnTo>
                <a:pt x="0" y="346298"/>
              </a:lnTo>
              <a:lnTo>
                <a:pt x="0" y="658396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5474618" y="2125275"/>
        <a:ext cx="370070" cy="6889"/>
      </dsp:txXfrm>
    </dsp:sp>
    <dsp:sp modelId="{751D3CD0-817C-7D4D-93AC-920BFC79233B}">
      <dsp:nvSpPr>
        <dsp:cNvPr id="0" name=""/>
        <dsp:cNvSpPr/>
      </dsp:nvSpPr>
      <dsp:spPr>
        <a:xfrm>
          <a:off x="7846469" y="3939"/>
          <a:ext cx="2995637" cy="179738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789" tIns="154081" rIns="146789" bIns="154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Basis the PIS we will make content and seed key words.</a:t>
          </a:r>
        </a:p>
      </dsp:txBody>
      <dsp:txXfrm>
        <a:off x="7846469" y="3939"/>
        <a:ext cx="2995637" cy="1797382"/>
      </dsp:txXfrm>
    </dsp:sp>
    <dsp:sp modelId="{D89C7173-5320-B84D-BB97-83424B7D1510}">
      <dsp:nvSpPr>
        <dsp:cNvPr id="0" name=""/>
        <dsp:cNvSpPr/>
      </dsp:nvSpPr>
      <dsp:spPr>
        <a:xfrm>
          <a:off x="3471038" y="3343289"/>
          <a:ext cx="6583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8396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783012" y="3385564"/>
        <a:ext cx="34449" cy="6889"/>
      </dsp:txXfrm>
    </dsp:sp>
    <dsp:sp modelId="{6D98D2D4-89AA-704A-A355-2CEF489BD725}">
      <dsp:nvSpPr>
        <dsp:cNvPr id="0" name=""/>
        <dsp:cNvSpPr/>
      </dsp:nvSpPr>
      <dsp:spPr>
        <a:xfrm>
          <a:off x="477201" y="2490318"/>
          <a:ext cx="2995637" cy="179738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789" tIns="154081" rIns="146789" bIns="154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 will create  listing creative, infographics, A + listing banner and infographics and finally the store front.</a:t>
          </a:r>
        </a:p>
      </dsp:txBody>
      <dsp:txXfrm>
        <a:off x="477201" y="2490318"/>
        <a:ext cx="2995637" cy="1797382"/>
      </dsp:txXfrm>
    </dsp:sp>
    <dsp:sp modelId="{6BBD2796-AF13-1A47-BF96-E60366D6ECFA}">
      <dsp:nvSpPr>
        <dsp:cNvPr id="0" name=""/>
        <dsp:cNvSpPr/>
      </dsp:nvSpPr>
      <dsp:spPr>
        <a:xfrm>
          <a:off x="7155672" y="3343289"/>
          <a:ext cx="6583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8396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7467645" y="3385564"/>
        <a:ext cx="34449" cy="6889"/>
      </dsp:txXfrm>
    </dsp:sp>
    <dsp:sp modelId="{6F4F55E7-E856-AF47-A31A-7AB11CA7CB09}">
      <dsp:nvSpPr>
        <dsp:cNvPr id="0" name=""/>
        <dsp:cNvSpPr/>
      </dsp:nvSpPr>
      <dsp:spPr>
        <a:xfrm>
          <a:off x="4161835" y="2490318"/>
          <a:ext cx="2995637" cy="179738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789" tIns="154081" rIns="146789" bIns="154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Store front is our brand website within marketplace website.</a:t>
          </a:r>
        </a:p>
      </dsp:txBody>
      <dsp:txXfrm>
        <a:off x="4161835" y="2490318"/>
        <a:ext cx="2995637" cy="1797382"/>
      </dsp:txXfrm>
    </dsp:sp>
    <dsp:sp modelId="{928E2D31-189C-7442-BEC2-B3930066B375}">
      <dsp:nvSpPr>
        <dsp:cNvPr id="0" name=""/>
        <dsp:cNvSpPr/>
      </dsp:nvSpPr>
      <dsp:spPr>
        <a:xfrm>
          <a:off x="7846469" y="2490318"/>
          <a:ext cx="2995637" cy="179738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789" tIns="154081" rIns="146789" bIns="154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 need to create product videos and place them in listing / store front.</a:t>
          </a:r>
        </a:p>
      </dsp:txBody>
      <dsp:txXfrm>
        <a:off x="7846469" y="2490318"/>
        <a:ext cx="2995637" cy="17973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9EDD5E-0725-4FB1-B877-14E22DD843E9}">
      <dsp:nvSpPr>
        <dsp:cNvPr id="0" name=""/>
        <dsp:cNvSpPr/>
      </dsp:nvSpPr>
      <dsp:spPr>
        <a:xfrm>
          <a:off x="0" y="510"/>
          <a:ext cx="8823476" cy="7026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67530-EBA5-4EA5-BAAE-840AE8DA362A}">
      <dsp:nvSpPr>
        <dsp:cNvPr id="0" name=""/>
        <dsp:cNvSpPr/>
      </dsp:nvSpPr>
      <dsp:spPr>
        <a:xfrm>
          <a:off x="212540" y="158598"/>
          <a:ext cx="386437" cy="386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E2A08-3839-4986-AC5A-5AD701E61D9C}">
      <dsp:nvSpPr>
        <dsp:cNvPr id="0" name=""/>
        <dsp:cNvSpPr/>
      </dsp:nvSpPr>
      <dsp:spPr>
        <a:xfrm>
          <a:off x="811517" y="510"/>
          <a:ext cx="8011958" cy="702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60" tIns="74360" rIns="74360" bIns="74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Product are made – live</a:t>
          </a:r>
        </a:p>
      </dsp:txBody>
      <dsp:txXfrm>
        <a:off x="811517" y="510"/>
        <a:ext cx="8011958" cy="702612"/>
      </dsp:txXfrm>
    </dsp:sp>
    <dsp:sp modelId="{912B60D3-99EE-4CEC-9B7B-14B38E3061FA}">
      <dsp:nvSpPr>
        <dsp:cNvPr id="0" name=""/>
        <dsp:cNvSpPr/>
      </dsp:nvSpPr>
      <dsp:spPr>
        <a:xfrm>
          <a:off x="0" y="878776"/>
          <a:ext cx="8823476" cy="7026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3AD86F-4A38-4B22-B46A-B916A81F8A2E}">
      <dsp:nvSpPr>
        <dsp:cNvPr id="0" name=""/>
        <dsp:cNvSpPr/>
      </dsp:nvSpPr>
      <dsp:spPr>
        <a:xfrm>
          <a:off x="212540" y="1036864"/>
          <a:ext cx="386437" cy="386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56AAF-A7BA-42E7-BB08-D9FEB721E92C}">
      <dsp:nvSpPr>
        <dsp:cNvPr id="0" name=""/>
        <dsp:cNvSpPr/>
      </dsp:nvSpPr>
      <dsp:spPr>
        <a:xfrm>
          <a:off x="811517" y="878776"/>
          <a:ext cx="8011958" cy="702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60" tIns="74360" rIns="74360" bIns="74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Once listing is done and inventory is aligned, we plan for marketing budget.</a:t>
          </a:r>
        </a:p>
      </dsp:txBody>
      <dsp:txXfrm>
        <a:off x="811517" y="878776"/>
        <a:ext cx="8011958" cy="702612"/>
      </dsp:txXfrm>
    </dsp:sp>
    <dsp:sp modelId="{88093A9D-EDD6-4D7B-9E7E-54674A4BF34A}">
      <dsp:nvSpPr>
        <dsp:cNvPr id="0" name=""/>
        <dsp:cNvSpPr/>
      </dsp:nvSpPr>
      <dsp:spPr>
        <a:xfrm>
          <a:off x="0" y="1757042"/>
          <a:ext cx="8823476" cy="7026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3389F-092A-4DC8-8570-5D477A4D5D61}">
      <dsp:nvSpPr>
        <dsp:cNvPr id="0" name=""/>
        <dsp:cNvSpPr/>
      </dsp:nvSpPr>
      <dsp:spPr>
        <a:xfrm>
          <a:off x="212540" y="1915130"/>
          <a:ext cx="386437" cy="386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93F2B-3C0C-44A3-87BE-085F89BAE99F}">
      <dsp:nvSpPr>
        <dsp:cNvPr id="0" name=""/>
        <dsp:cNvSpPr/>
      </dsp:nvSpPr>
      <dsp:spPr>
        <a:xfrm>
          <a:off x="811517" y="1757042"/>
          <a:ext cx="8011958" cy="702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60" tIns="74360" rIns="74360" bIns="74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Advertisement campaign are set on portals.</a:t>
          </a:r>
        </a:p>
      </dsp:txBody>
      <dsp:txXfrm>
        <a:off x="811517" y="1757042"/>
        <a:ext cx="8011958" cy="702612"/>
      </dsp:txXfrm>
    </dsp:sp>
    <dsp:sp modelId="{9301EF3F-29D4-43E8-8D85-612188EA4CC6}">
      <dsp:nvSpPr>
        <dsp:cNvPr id="0" name=""/>
        <dsp:cNvSpPr/>
      </dsp:nvSpPr>
      <dsp:spPr>
        <a:xfrm>
          <a:off x="0" y="2635308"/>
          <a:ext cx="8823476" cy="70261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EFC5D-8489-453B-8CC0-372052BDC812}">
      <dsp:nvSpPr>
        <dsp:cNvPr id="0" name=""/>
        <dsp:cNvSpPr/>
      </dsp:nvSpPr>
      <dsp:spPr>
        <a:xfrm>
          <a:off x="212540" y="2793396"/>
          <a:ext cx="386437" cy="3864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C44A0-9028-42AF-AA52-4FE9530C56DC}">
      <dsp:nvSpPr>
        <dsp:cNvPr id="0" name=""/>
        <dsp:cNvSpPr/>
      </dsp:nvSpPr>
      <dsp:spPr>
        <a:xfrm>
          <a:off x="811517" y="2635308"/>
          <a:ext cx="8011958" cy="702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60" tIns="74360" rIns="74360" bIns="74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Product review process starts.</a:t>
          </a:r>
        </a:p>
      </dsp:txBody>
      <dsp:txXfrm>
        <a:off x="811517" y="2635308"/>
        <a:ext cx="8011958" cy="702612"/>
      </dsp:txXfrm>
    </dsp:sp>
    <dsp:sp modelId="{DDD05CA4-6AEF-44A8-A967-DA67A9509B10}">
      <dsp:nvSpPr>
        <dsp:cNvPr id="0" name=""/>
        <dsp:cNvSpPr/>
      </dsp:nvSpPr>
      <dsp:spPr>
        <a:xfrm>
          <a:off x="0" y="3513574"/>
          <a:ext cx="8823476" cy="70261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C95AA-457B-4F57-BE33-54306545B0AD}">
      <dsp:nvSpPr>
        <dsp:cNvPr id="0" name=""/>
        <dsp:cNvSpPr/>
      </dsp:nvSpPr>
      <dsp:spPr>
        <a:xfrm>
          <a:off x="212540" y="3671662"/>
          <a:ext cx="386437" cy="3864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647A4-D0B3-44EF-B092-3618FF3FCEB9}">
      <dsp:nvSpPr>
        <dsp:cNvPr id="0" name=""/>
        <dsp:cNvSpPr/>
      </dsp:nvSpPr>
      <dsp:spPr>
        <a:xfrm>
          <a:off x="811517" y="3513574"/>
          <a:ext cx="8011958" cy="702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60" tIns="74360" rIns="74360" bIns="74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Start Driving numbers </a:t>
          </a:r>
        </a:p>
      </dsp:txBody>
      <dsp:txXfrm>
        <a:off x="811517" y="3513574"/>
        <a:ext cx="8011958" cy="702612"/>
      </dsp:txXfrm>
    </dsp:sp>
    <dsp:sp modelId="{B03E2DBD-283A-45B8-B150-85B7D23FC11E}">
      <dsp:nvSpPr>
        <dsp:cNvPr id="0" name=""/>
        <dsp:cNvSpPr/>
      </dsp:nvSpPr>
      <dsp:spPr>
        <a:xfrm>
          <a:off x="0" y="4391840"/>
          <a:ext cx="8823476" cy="7026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98C53-E88D-4C88-B652-300888D5C21E}">
      <dsp:nvSpPr>
        <dsp:cNvPr id="0" name=""/>
        <dsp:cNvSpPr/>
      </dsp:nvSpPr>
      <dsp:spPr>
        <a:xfrm>
          <a:off x="212540" y="4549928"/>
          <a:ext cx="386437" cy="38643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AFB5E-B6D2-4D92-A249-FB7A45EA40F0}">
      <dsp:nvSpPr>
        <dsp:cNvPr id="0" name=""/>
        <dsp:cNvSpPr/>
      </dsp:nvSpPr>
      <dsp:spPr>
        <a:xfrm>
          <a:off x="811517" y="4391840"/>
          <a:ext cx="8011958" cy="702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60" tIns="74360" rIns="74360" bIns="74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Optimize campaigns </a:t>
          </a:r>
        </a:p>
      </dsp:txBody>
      <dsp:txXfrm>
        <a:off x="811517" y="4391840"/>
        <a:ext cx="8011958" cy="702612"/>
      </dsp:txXfrm>
    </dsp:sp>
    <dsp:sp modelId="{413F5CE1-0B36-41DA-A94B-2B310930B824}">
      <dsp:nvSpPr>
        <dsp:cNvPr id="0" name=""/>
        <dsp:cNvSpPr/>
      </dsp:nvSpPr>
      <dsp:spPr>
        <a:xfrm>
          <a:off x="0" y="5270106"/>
          <a:ext cx="8823476" cy="7026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ED6C54-F821-4DFC-B161-1452E0EF0BDC}">
      <dsp:nvSpPr>
        <dsp:cNvPr id="0" name=""/>
        <dsp:cNvSpPr/>
      </dsp:nvSpPr>
      <dsp:spPr>
        <a:xfrm>
          <a:off x="212540" y="5428194"/>
          <a:ext cx="386437" cy="38643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ECD24-8A82-4724-B4D4-7DF063142FCB}">
      <dsp:nvSpPr>
        <dsp:cNvPr id="0" name=""/>
        <dsp:cNvSpPr/>
      </dsp:nvSpPr>
      <dsp:spPr>
        <a:xfrm>
          <a:off x="811517" y="5270106"/>
          <a:ext cx="8011958" cy="702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60" tIns="74360" rIns="74360" bIns="74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Keep looking for deals, discounts and offering  </a:t>
          </a:r>
        </a:p>
      </dsp:txBody>
      <dsp:txXfrm>
        <a:off x="811517" y="5270106"/>
        <a:ext cx="8011958" cy="70261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B1A4D-ED10-2244-BF03-B9828332EC44}">
      <dsp:nvSpPr>
        <dsp:cNvPr id="0" name=""/>
        <dsp:cNvSpPr/>
      </dsp:nvSpPr>
      <dsp:spPr>
        <a:xfrm>
          <a:off x="6667" y="378012"/>
          <a:ext cx="2084385" cy="250126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0" rIns="205891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North America </a:t>
          </a:r>
        </a:p>
      </dsp:txBody>
      <dsp:txXfrm>
        <a:off x="6667" y="1378517"/>
        <a:ext cx="2084385" cy="1500757"/>
      </dsp:txXfrm>
    </dsp:sp>
    <dsp:sp modelId="{87814369-DD94-9245-9DA3-3EA85146A605}">
      <dsp:nvSpPr>
        <dsp:cNvPr id="0" name=""/>
        <dsp:cNvSpPr/>
      </dsp:nvSpPr>
      <dsp:spPr>
        <a:xfrm>
          <a:off x="6667" y="378012"/>
          <a:ext cx="2084385" cy="100050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165100" rIns="205891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01</a:t>
          </a:r>
          <a:endParaRPr lang="en-US" sz="4800" kern="1200" dirty="0"/>
        </a:p>
      </dsp:txBody>
      <dsp:txXfrm>
        <a:off x="6667" y="378012"/>
        <a:ext cx="2084385" cy="1000504"/>
      </dsp:txXfrm>
    </dsp:sp>
    <dsp:sp modelId="{4E8BA89A-D950-6C4F-8ACB-013A7F7B0B38}">
      <dsp:nvSpPr>
        <dsp:cNvPr id="0" name=""/>
        <dsp:cNvSpPr/>
      </dsp:nvSpPr>
      <dsp:spPr>
        <a:xfrm>
          <a:off x="2257803" y="378012"/>
          <a:ext cx="2084385" cy="2501262"/>
        </a:xfrm>
        <a:prstGeom prst="rect">
          <a:avLst/>
        </a:prstGeom>
        <a:solidFill>
          <a:schemeClr val="accent5">
            <a:hueOff val="-3514302"/>
            <a:satOff val="-5398"/>
            <a:lumOff val="-2549"/>
            <a:alphaOff val="0"/>
          </a:schemeClr>
        </a:solidFill>
        <a:ln w="12700" cap="flat" cmpd="sng" algn="ctr">
          <a:solidFill>
            <a:schemeClr val="accent5">
              <a:hueOff val="-3514302"/>
              <a:satOff val="-5398"/>
              <a:lumOff val="-2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0" rIns="205891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UAE : 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</a:t>
          </a:r>
          <a:r>
            <a:rPr lang="en-US" sz="2500" kern="1200" baseline="30000" dirty="0"/>
            <a:t>nd</a:t>
          </a:r>
          <a:r>
            <a:rPr lang="en-US" sz="2500" kern="1200" dirty="0"/>
            <a:t> to 3rd month </a:t>
          </a:r>
        </a:p>
      </dsp:txBody>
      <dsp:txXfrm>
        <a:off x="2257803" y="1378517"/>
        <a:ext cx="2084385" cy="1500757"/>
      </dsp:txXfrm>
    </dsp:sp>
    <dsp:sp modelId="{DEB5BBA2-DC1E-CB4E-8701-0B733004DADC}">
      <dsp:nvSpPr>
        <dsp:cNvPr id="0" name=""/>
        <dsp:cNvSpPr/>
      </dsp:nvSpPr>
      <dsp:spPr>
        <a:xfrm>
          <a:off x="2257803" y="378012"/>
          <a:ext cx="2084385" cy="100050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165100" rIns="205891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02</a:t>
          </a:r>
          <a:endParaRPr lang="en-US" sz="4800" kern="1200" dirty="0"/>
        </a:p>
      </dsp:txBody>
      <dsp:txXfrm>
        <a:off x="2257803" y="378012"/>
        <a:ext cx="2084385" cy="1000504"/>
      </dsp:txXfrm>
    </dsp:sp>
    <dsp:sp modelId="{5B5950DB-8196-7C4F-A297-9462D6A87621}">
      <dsp:nvSpPr>
        <dsp:cNvPr id="0" name=""/>
        <dsp:cNvSpPr/>
      </dsp:nvSpPr>
      <dsp:spPr>
        <a:xfrm>
          <a:off x="4508939" y="378012"/>
          <a:ext cx="2084385" cy="2501262"/>
        </a:xfrm>
        <a:prstGeom prst="rect">
          <a:avLst/>
        </a:prstGeom>
        <a:solidFill>
          <a:schemeClr val="accent5">
            <a:hueOff val="-7028603"/>
            <a:satOff val="-10795"/>
            <a:lumOff val="-5098"/>
            <a:alphaOff val="0"/>
          </a:schemeClr>
        </a:solidFill>
        <a:ln w="12700" cap="flat" cmpd="sng" algn="ctr">
          <a:solidFill>
            <a:schemeClr val="accent5">
              <a:hueOff val="-7028603"/>
              <a:satOff val="-10795"/>
              <a:lumOff val="-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0" rIns="205891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UK : 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</a:t>
          </a:r>
          <a:r>
            <a:rPr lang="en-US" sz="2500" kern="1200" baseline="30000" dirty="0"/>
            <a:t>th</a:t>
          </a:r>
          <a:r>
            <a:rPr lang="en-US" sz="2500" kern="1200" dirty="0"/>
            <a:t> to 6th month </a:t>
          </a:r>
        </a:p>
      </dsp:txBody>
      <dsp:txXfrm>
        <a:off x="4508939" y="1378517"/>
        <a:ext cx="2084385" cy="1500757"/>
      </dsp:txXfrm>
    </dsp:sp>
    <dsp:sp modelId="{B587B3C7-374C-8F42-8807-AD3A65F7D8B3}">
      <dsp:nvSpPr>
        <dsp:cNvPr id="0" name=""/>
        <dsp:cNvSpPr/>
      </dsp:nvSpPr>
      <dsp:spPr>
        <a:xfrm>
          <a:off x="4508939" y="378012"/>
          <a:ext cx="2084385" cy="100050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165100" rIns="205891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03</a:t>
          </a:r>
          <a:endParaRPr lang="en-US" sz="4800" kern="1200" dirty="0"/>
        </a:p>
      </dsp:txBody>
      <dsp:txXfrm>
        <a:off x="4508939" y="378012"/>
        <a:ext cx="2084385" cy="1000504"/>
      </dsp:txXfrm>
    </dsp:sp>
    <dsp:sp modelId="{31F7895A-B279-0246-87EB-C83F8FEE12B2}">
      <dsp:nvSpPr>
        <dsp:cNvPr id="0" name=""/>
        <dsp:cNvSpPr/>
      </dsp:nvSpPr>
      <dsp:spPr>
        <a:xfrm>
          <a:off x="6760075" y="378012"/>
          <a:ext cx="2084385" cy="2501262"/>
        </a:xfrm>
        <a:prstGeom prst="rect">
          <a:avLst/>
        </a:prstGeom>
        <a:solidFill>
          <a:schemeClr val="accent5">
            <a:hueOff val="-10542905"/>
            <a:satOff val="-16193"/>
            <a:lumOff val="-7648"/>
            <a:alphaOff val="0"/>
          </a:schemeClr>
        </a:solidFill>
        <a:ln w="12700" cap="flat" cmpd="sng" algn="ctr">
          <a:solidFill>
            <a:schemeClr val="accent5">
              <a:hueOff val="-10542905"/>
              <a:satOff val="-16193"/>
              <a:lumOff val="-76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0" rIns="205891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EU : </a:t>
          </a:r>
        </a:p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7</a:t>
          </a:r>
          <a:r>
            <a:rPr lang="en-US" sz="2500" kern="1200" baseline="30000" dirty="0"/>
            <a:t>th</a:t>
          </a:r>
          <a:r>
            <a:rPr lang="en-US" sz="2500" kern="1200" dirty="0"/>
            <a:t>  to 8</a:t>
          </a:r>
          <a:r>
            <a:rPr lang="en-US" sz="2500" kern="1200" baseline="30000" dirty="0"/>
            <a:t>th</a:t>
          </a:r>
          <a:r>
            <a:rPr lang="en-US" sz="2500" kern="1200" dirty="0"/>
            <a:t> Month </a:t>
          </a:r>
        </a:p>
      </dsp:txBody>
      <dsp:txXfrm>
        <a:off x="6760075" y="1378517"/>
        <a:ext cx="2084385" cy="1500757"/>
      </dsp:txXfrm>
    </dsp:sp>
    <dsp:sp modelId="{91F21E08-9D18-C648-8D3A-EF1D5EF1E9D7}">
      <dsp:nvSpPr>
        <dsp:cNvPr id="0" name=""/>
        <dsp:cNvSpPr/>
      </dsp:nvSpPr>
      <dsp:spPr>
        <a:xfrm>
          <a:off x="6760075" y="378012"/>
          <a:ext cx="2084385" cy="100050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165100" rIns="205891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04</a:t>
          </a:r>
          <a:endParaRPr lang="en-US" sz="4800" kern="1200" dirty="0"/>
        </a:p>
      </dsp:txBody>
      <dsp:txXfrm>
        <a:off x="6760075" y="378012"/>
        <a:ext cx="2084385" cy="1000504"/>
      </dsp:txXfrm>
    </dsp:sp>
    <dsp:sp modelId="{7942010E-9872-BF43-B309-02DD2A488ACD}">
      <dsp:nvSpPr>
        <dsp:cNvPr id="0" name=""/>
        <dsp:cNvSpPr/>
      </dsp:nvSpPr>
      <dsp:spPr>
        <a:xfrm>
          <a:off x="9011211" y="378012"/>
          <a:ext cx="2084385" cy="2501262"/>
        </a:xfrm>
        <a:prstGeom prst="rect">
          <a:avLst/>
        </a:prstGeom>
        <a:solidFill>
          <a:schemeClr val="accent5">
            <a:hueOff val="-14057206"/>
            <a:satOff val="-21591"/>
            <a:lumOff val="-10197"/>
            <a:alphaOff val="0"/>
          </a:schemeClr>
        </a:solidFill>
        <a:ln w="12700" cap="flat" cmpd="sng" algn="ctr">
          <a:solidFill>
            <a:schemeClr val="accent5">
              <a:hueOff val="-14057206"/>
              <a:satOff val="-21591"/>
              <a:lumOff val="-101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0" rIns="205891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Australia :  9th to 10</a:t>
          </a:r>
          <a:r>
            <a:rPr lang="en-US" sz="2500" kern="1200" baseline="30000" dirty="0"/>
            <a:t>th</a:t>
          </a:r>
          <a:r>
            <a:rPr lang="en-US" sz="2500" kern="1200" dirty="0"/>
            <a:t> Month .</a:t>
          </a:r>
        </a:p>
      </dsp:txBody>
      <dsp:txXfrm>
        <a:off x="9011211" y="1378517"/>
        <a:ext cx="2084385" cy="1500757"/>
      </dsp:txXfrm>
    </dsp:sp>
    <dsp:sp modelId="{17E547C1-8A3B-494F-9DC9-8EB24FF809DF}">
      <dsp:nvSpPr>
        <dsp:cNvPr id="0" name=""/>
        <dsp:cNvSpPr/>
      </dsp:nvSpPr>
      <dsp:spPr>
        <a:xfrm>
          <a:off x="9011211" y="378012"/>
          <a:ext cx="2084385" cy="100050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891" tIns="165100" rIns="205891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05</a:t>
          </a:r>
          <a:endParaRPr lang="en-US" sz="4800" kern="1200" dirty="0"/>
        </a:p>
      </dsp:txBody>
      <dsp:txXfrm>
        <a:off x="9011211" y="378012"/>
        <a:ext cx="2084385" cy="1000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301F6-F7EF-3F49-8161-080E75FBAED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70DEA-3903-C942-9AEA-8C7AE48A1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5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70DEA-3903-C942-9AEA-8C7AE48A10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71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5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57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1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70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853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82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15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59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70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50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7/10/26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37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7/10/26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84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1" name="Picture 50" descr="A digital globe">
            <a:extLst>
              <a:ext uri="{FF2B5EF4-FFF2-40B4-BE49-F238E27FC236}">
                <a16:creationId xmlns:a16="http://schemas.microsoft.com/office/drawing/2014/main" id="{B4DA5CDB-BEB7-DCC2-422D-4FF018975F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6593" y="-2600"/>
            <a:ext cx="12191980" cy="6857989"/>
          </a:xfrm>
          <a:prstGeom prst="rect">
            <a:avLst/>
          </a:prstGeom>
        </p:spPr>
      </p:pic>
      <p:sp>
        <p:nvSpPr>
          <p:cNvPr id="57" name="Flowchart: Document 56">
            <a:extLst>
              <a:ext uri="{FF2B5EF4-FFF2-40B4-BE49-F238E27FC236}">
                <a16:creationId xmlns:a16="http://schemas.microsoft.com/office/drawing/2014/main" id="{D22FBD32-C88A-4C1D-BC76-613A93944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04804" y="304807"/>
            <a:ext cx="6858000" cy="6248391"/>
          </a:xfrm>
          <a:prstGeom prst="flowChartDocumen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400BE-34FF-A214-0A4D-1D65769C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741" y="2894439"/>
            <a:ext cx="6390462" cy="30772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accent1"/>
                </a:solidFill>
              </a:rPr>
              <a:t>Global E-commerce Pitch for </a:t>
            </a:r>
            <a:br>
              <a:rPr lang="en-US" sz="4800" b="1" dirty="0">
                <a:solidFill>
                  <a:schemeClr val="accent1"/>
                </a:solidFill>
              </a:rPr>
            </a:br>
            <a:br>
              <a:rPr lang="en-US" sz="4800" b="1" dirty="0">
                <a:solidFill>
                  <a:schemeClr val="accent1"/>
                </a:solidFill>
              </a:rPr>
            </a:br>
            <a:r>
              <a:rPr lang="en-US" sz="4800" dirty="0">
                <a:solidFill>
                  <a:schemeClr val="accent1"/>
                </a:solidFill>
              </a:rPr>
              <a:t> 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3499997-BC46-4896-AEA5-37EC629D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DA461E0-415F-4E8B-8B08-2C975693D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D1EDD03-89DD-456E-BB53-FA43BE25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2A76E89-A44E-4207-8F8A-F853ED8A3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C81BA9D-E2BC-4AD2-B816-5DE100BC8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A155025-B3E7-46D2-B556-80A8E9083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AAE4CEE-0410-46B5-B649-E3754C539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86DDB39-DB80-43C8-A5AF-24AE5841B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F3BE8C2-40CB-46C0-9536-BA1C51AF9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E2D5D2E-1F38-48BC-B038-9DA190B87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8289E300-BEF0-4977-919B-F3367CF87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12B4899-7298-454D-90B9-382ACAEAA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86FBE75-F4D3-48DD-85D2-593D0C1B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E586789-549A-4D87-8967-6DCD5DEDF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B66293A2-B541-4BE7-8C99-1B730BB4D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2938820-6D84-479D-B608-354903781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8EE07FC-6A61-4C78-BAF6-86E2FD543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C4E5A61-6E0E-44DD-B47E-9547F3A5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48B355A-1131-4815-881C-3949360F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73D903E-5A72-42B5-B741-95081B06E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5769BB5-F1CF-4A57-A2E8-2ED9F9DDF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4F9ABF1-4E55-4D70-ACF2-DB7D62C7D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FD75E62-63B6-4237-88D5-02A90DDFA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6A41C83-58E2-4EE6-864C-DB7DE375A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1162541-E8F8-4926-91B8-AD9F51415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3E6FB3D-A8E2-4B96-B87B-EEEC499F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0766009-515D-4494-BFF6-AC554CBCD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4C1372F-2169-48C6-8AEB-411E8405B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73FA4F1-4239-4336-BB84-8E3BBCD7F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E90E0AA-C864-445E-AC17-96D1C90C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D4D2F48-C2BF-4C1C-82B9-FEB42F3C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6BB855D-6213-4C07-A21A-F0250B89F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Anchor Electricals Logo [Panasonic] - PNG Logo Vector Brand Downloads (SVG,  EPS)">
            <a:extLst>
              <a:ext uri="{FF2B5EF4-FFF2-40B4-BE49-F238E27FC236}">
                <a16:creationId xmlns:a16="http://schemas.microsoft.com/office/drawing/2014/main" id="{97C46F56-BCCB-22E6-7420-3130FA292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32" y="4096862"/>
            <a:ext cx="3846146" cy="240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95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79E70-61DC-DA59-2A66-8FE32377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036" y="463596"/>
            <a:ext cx="10325000" cy="138051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chemeClr val="accent1"/>
                </a:solidFill>
              </a:rPr>
              <a:t>Highlights</a:t>
            </a:r>
            <a:r>
              <a:rPr lang="en-US" sz="4000" dirty="0">
                <a:solidFill>
                  <a:schemeClr val="accent1"/>
                </a:solidFill>
              </a:rPr>
              <a:t> </a:t>
            </a:r>
            <a:br>
              <a:rPr lang="en-US" sz="4000" dirty="0">
                <a:solidFill>
                  <a:schemeClr val="accent1"/>
                </a:solidFill>
              </a:rPr>
            </a:br>
            <a:endParaRPr lang="en-US" sz="4000" dirty="0">
              <a:solidFill>
                <a:schemeClr val="accent1"/>
              </a:solidFill>
            </a:endParaRP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99429A9E-8137-B5C4-3CCF-E23A021C17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213023"/>
              </p:ext>
            </p:extLst>
          </p:nvPr>
        </p:nvGraphicFramePr>
        <p:xfrm>
          <a:off x="699286" y="1800279"/>
          <a:ext cx="10325100" cy="38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302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B0D1A-6BA8-51D2-C9DD-4BFC176E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Region covered  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BA7B89B5-B31B-E076-47C8-F7E4C2F77B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812870"/>
              </p:ext>
            </p:extLst>
          </p:nvPr>
        </p:nvGraphicFramePr>
        <p:xfrm>
          <a:off x="5103282" y="387886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171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ight Triangle 80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5747B8-0F79-A4B2-84C3-21EF3A7A8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437" y="448086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Region wise Market Places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5F4B73-E6E8-6B21-02B9-D34D0F809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03327"/>
              </p:ext>
            </p:extLst>
          </p:nvPr>
        </p:nvGraphicFramePr>
        <p:xfrm>
          <a:off x="1620399" y="1790500"/>
          <a:ext cx="8938774" cy="4352890"/>
        </p:xfrm>
        <a:graphic>
          <a:graphicData uri="http://schemas.openxmlformats.org/drawingml/2006/table">
            <a:tbl>
              <a:tblPr/>
              <a:tblGrid>
                <a:gridCol w="2665516">
                  <a:extLst>
                    <a:ext uri="{9D8B030D-6E8A-4147-A177-3AD203B41FA5}">
                      <a16:colId xmlns:a16="http://schemas.microsoft.com/office/drawing/2014/main" val="2473815329"/>
                    </a:ext>
                  </a:extLst>
                </a:gridCol>
                <a:gridCol w="3117136">
                  <a:extLst>
                    <a:ext uri="{9D8B030D-6E8A-4147-A177-3AD203B41FA5}">
                      <a16:colId xmlns:a16="http://schemas.microsoft.com/office/drawing/2014/main" val="4203536155"/>
                    </a:ext>
                  </a:extLst>
                </a:gridCol>
                <a:gridCol w="1578061">
                  <a:extLst>
                    <a:ext uri="{9D8B030D-6E8A-4147-A177-3AD203B41FA5}">
                      <a16:colId xmlns:a16="http://schemas.microsoft.com/office/drawing/2014/main" val="4140050343"/>
                    </a:ext>
                  </a:extLst>
                </a:gridCol>
                <a:gridCol w="1578061">
                  <a:extLst>
                    <a:ext uri="{9D8B030D-6E8A-4147-A177-3AD203B41FA5}">
                      <a16:colId xmlns:a16="http://schemas.microsoft.com/office/drawing/2014/main" val="1202483384"/>
                    </a:ext>
                  </a:extLst>
                </a:gridCol>
              </a:tblGrid>
              <a:tr h="4352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US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EU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MENA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Australia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602446"/>
                  </a:ext>
                </a:extLst>
              </a:tr>
              <a:tr h="4352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Amazon Uk 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580742"/>
                  </a:ext>
                </a:extLst>
              </a:tr>
              <a:tr h="4352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 France 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Noon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039665"/>
                  </a:ext>
                </a:extLst>
              </a:tr>
              <a:tr h="4352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 Canada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 Italy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240587"/>
                  </a:ext>
                </a:extLst>
              </a:tr>
              <a:tr h="43528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Walmart Canada 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 Germany 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39676"/>
                  </a:ext>
                </a:extLst>
              </a:tr>
              <a:tr h="4352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 Poland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855894"/>
                  </a:ext>
                </a:extLst>
              </a:tr>
              <a:tr h="4352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 Netherlands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932548"/>
                  </a:ext>
                </a:extLst>
              </a:tr>
              <a:tr h="4352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Amazon Sweden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536370"/>
                  </a:ext>
                </a:extLst>
              </a:tr>
              <a:tr h="4352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 buy 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347444"/>
                  </a:ext>
                </a:extLst>
              </a:tr>
              <a:tr h="4352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Fruugo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IN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549" marR="13549" marT="1354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54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9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BBBBF-E22A-AD25-E256-0C8D01BB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38051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Rollout Process 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D1A7C77C-8EA4-0F39-B2EC-018EA7E47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125645"/>
              </p:ext>
            </p:extLst>
          </p:nvPr>
        </p:nvGraphicFramePr>
        <p:xfrm>
          <a:off x="91280" y="1789006"/>
          <a:ext cx="11937209" cy="4894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7317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80190-6C50-41FF-644D-DB574B2E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Account opening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F92055-AF15-CC2A-E123-FEAA7BB77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1366632"/>
              </p:ext>
            </p:extLst>
          </p:nvPr>
        </p:nvGraphicFramePr>
        <p:xfrm>
          <a:off x="4034081" y="752699"/>
          <a:ext cx="7585488" cy="5034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0704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473D18E-8239-4237-AAE3-669A5DC9E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3084D0-F791-4BDB-BE05-646AC3992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D6DCF6-A86F-4F3E-B05B-A185C88FED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606F2D-64E8-4F47-8BFB-9E5461D0C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BCEF1D-5A57-437F-8B18-A4BB5E7E2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AE40050-1642-4F32-97F7-A55F55224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46092F7-3842-40E2-9AA0-F5ABE85300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73861C-1632-4B71-A9D1-6217F7056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789946E-7E68-4423-850D-B2685741D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D9B59D-7EA5-4D09-A4D1-8FE116E6E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7DC543-FB49-4917-A784-F22671D8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DD4C969-ABA8-42BF-8A5A-376D6150A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41CF9EE-FFBB-4B80-9067-B93664D1E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A70F89B-6A43-4899-80C1-71EF00FF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D017414-9CE6-4C62-9907-FFB763678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71CBAD0-0A82-491E-B189-9B9EE284B1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1FBDB97-63E3-4080-9C98-C3AC95812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ABAF5A-A1AF-407F-954C-AEC005C1DC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AFFB3E1-F883-4DC4-AB15-C9DF8FF45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370EECF-B2B1-4E98-9FA1-E6EAFD81A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3D9282E-1351-4A7C-B825-55857E6CF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62B53C5-26FB-44BD-BA0E-8C9DC2B73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DEA48D3-2D0C-42DB-8DA4-683C7BA87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E94B642-22AE-4405-AF09-BCF2EFA660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64703B3-6CD3-454A-A370-2FC677832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53E6017-E992-4244-9DD2-23A81C98D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025D51B-D8CF-4443-9F54-922ED4F37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0D1508-2D27-4EB4-B6E9-4F05F233A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F19548D-9DB1-4973-AFAF-A1714BFCF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B2B8E7E-308F-4C70-BB63-AA6E7F2705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DB524C-34E5-4795-8662-91C3DD835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13D1937-AA87-4E61-A0ED-D20D74720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EA51299F-406B-4318-AEA1-08F10590E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BF4FA-2FD9-829B-7958-80ED43B3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46" y="725940"/>
            <a:ext cx="5412263" cy="543663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Compliance </a:t>
            </a:r>
            <a:br>
              <a:rPr lang="en-US" sz="4000" b="1" dirty="0">
                <a:solidFill>
                  <a:schemeClr val="accent1"/>
                </a:solidFill>
              </a:rPr>
            </a:br>
            <a:r>
              <a:rPr lang="en-US" sz="4000" b="1" dirty="0">
                <a:solidFill>
                  <a:schemeClr val="accent1"/>
                </a:solidFill>
              </a:rPr>
              <a:t>for operating </a:t>
            </a:r>
            <a:br>
              <a:rPr lang="en-US" sz="4000" b="1" dirty="0">
                <a:solidFill>
                  <a:schemeClr val="accent1"/>
                </a:solidFill>
              </a:rPr>
            </a:br>
            <a:r>
              <a:rPr lang="en-US" sz="4000" b="1" dirty="0">
                <a:solidFill>
                  <a:schemeClr val="accent1"/>
                </a:solidFill>
              </a:rPr>
              <a:t>business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557624-6088-4A12-4BD6-3E0C65C110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514764"/>
              </p:ext>
            </p:extLst>
          </p:nvPr>
        </p:nvGraphicFramePr>
        <p:xfrm>
          <a:off x="4474349" y="182364"/>
          <a:ext cx="7033426" cy="6511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9773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473D18E-8239-4237-AAE3-669A5DC9E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3084D0-F791-4BDB-BE05-646AC3992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D6DCF6-A86F-4F3E-B05B-A185C88FED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606F2D-64E8-4F47-8BFB-9E5461D0C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BCEF1D-5A57-437F-8B18-A4BB5E7E2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AE40050-1642-4F32-97F7-A55F55224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46092F7-3842-40E2-9AA0-F5ABE85300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73861C-1632-4B71-A9D1-6217F7056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789946E-7E68-4423-850D-B2685741D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D9B59D-7EA5-4D09-A4D1-8FE116E6E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7DC543-FB49-4917-A784-F22671D8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DD4C969-ABA8-42BF-8A5A-376D6150A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41CF9EE-FFBB-4B80-9067-B93664D1E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A70F89B-6A43-4899-80C1-71EF00FF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D017414-9CE6-4C62-9907-FFB763678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71CBAD0-0A82-491E-B189-9B9EE284B1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1FBDB97-63E3-4080-9C98-C3AC95812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ABAF5A-A1AF-407F-954C-AEC005C1DC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AFFB3E1-F883-4DC4-AB15-C9DF8FF45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370EECF-B2B1-4E98-9FA1-E6EAFD81A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3D9282E-1351-4A7C-B825-55857E6CF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62B53C5-26FB-44BD-BA0E-8C9DC2B73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DEA48D3-2D0C-42DB-8DA4-683C7BA87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E94B642-22AE-4405-AF09-BCF2EFA660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64703B3-6CD3-454A-A370-2FC677832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53E6017-E992-4244-9DD2-23A81C98D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025D51B-D8CF-4443-9F54-922ED4F37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0D1508-2D27-4EB4-B6E9-4F05F233A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F19548D-9DB1-4973-AFAF-A1714BFCF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B2B8E7E-308F-4C70-BB63-AA6E7F2705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DB524C-34E5-4795-8662-91C3DD835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13D1937-AA87-4E61-A0ED-D20D74720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EA51299F-406B-4318-AEA1-08F10590E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4DBC8-7588-CB67-F612-BDE5241F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0"/>
            <a:ext cx="5412263" cy="543663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Product compliance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DE4862-6905-C17E-039E-0D2A78B7E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4225779"/>
              </p:ext>
            </p:extLst>
          </p:nvPr>
        </p:nvGraphicFramePr>
        <p:xfrm>
          <a:off x="5594344" y="695421"/>
          <a:ext cx="6388455" cy="5467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5233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E7D466-2A44-F8E2-F9D8-8E3751DB7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888" y="244334"/>
            <a:ext cx="4927425" cy="193852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Logistics and warehouse 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2DD5D-1698-7ADF-2BC1-E8EA50715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45" y="2255476"/>
            <a:ext cx="6222996" cy="435818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All good will be shipped by sea 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There are logistic partners who will take part shipment from your warehouse to destination warehouse 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Taking care of  custom clearance at destination port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For amazon and Walmart, we will make consignment label in India and good will leave with consignment stickers 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As the business grow,  we may require 3PL warehouse which will be aligned by our team region wise 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pic>
        <p:nvPicPr>
          <p:cNvPr id="5" name="Picture 4" descr="Cargo shipping containers in a pile and on a semi-truck at a harbour">
            <a:extLst>
              <a:ext uri="{FF2B5EF4-FFF2-40B4-BE49-F238E27FC236}">
                <a16:creationId xmlns:a16="http://schemas.microsoft.com/office/drawing/2014/main" id="{E45A2D5A-637A-1E09-9B8C-6E231F8FF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12" r="8212"/>
          <a:stretch>
            <a:fillRect/>
          </a:stretch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37251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EF7A4-F5B5-13E0-6454-63372A53D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Product assortment 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2BF093D1-D923-0BF9-E05C-606882A411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884064"/>
              </p:ext>
            </p:extLst>
          </p:nvPr>
        </p:nvGraphicFramePr>
        <p:xfrm>
          <a:off x="4136503" y="695420"/>
          <a:ext cx="7833929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7449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F7400-778A-0501-F345-656C9775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036" y="767019"/>
            <a:ext cx="10325000" cy="138051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Content and Creative 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9DBA1DBD-8AF6-1FC1-7F58-D071A693D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1097024"/>
              </p:ext>
            </p:extLst>
          </p:nvPr>
        </p:nvGraphicFramePr>
        <p:xfrm>
          <a:off x="690563" y="2339974"/>
          <a:ext cx="11319308" cy="4291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5689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B9D0C-2EE7-3A22-5EC4-DB3C3137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Go Live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0DDAD1-1D9C-FB4A-1CBF-7B15C43FB5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35601"/>
              </p:ext>
            </p:extLst>
          </p:nvPr>
        </p:nvGraphicFramePr>
        <p:xfrm>
          <a:off x="3159323" y="440833"/>
          <a:ext cx="8823476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6738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188C579-6F01-4060-BF31-C045C99A6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BA8DA8-7039-4026-8733-D3F490860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B834BE-C330-4AFA-9B27-8969E16F0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141B717-A199-4EEE-8434-CBC9E5DDE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B5222AF-AB0D-4F6E-896E-C17796EB6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C2DAFE-2FB9-4D8D-BD2D-ED9F5F84F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F3CD814-26D5-4D79-87E0-19D14406A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7D5AAA-C842-4E1C-BC3A-1075F625F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5A2BF58-94DC-466E-8A14-22A3DB479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34C7E0-0590-48E8-96F6-F360D134B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C0978ED-0E33-431F-AB9B-9982B4ABC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69CC66-E364-4939-9117-F8C4F07AC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F26B350-296D-48C7-BC91-284315CE9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EF6201-58A9-4F7B-84D5-9B02266E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37A0E2A-071B-4227-ACA6-A749AB0D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B607F85-6A97-46C7-B9BC-B8505E1D6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CE1BD4B-04FC-4BDC-A11E-35BD21958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AF4F244-77B9-4EB1-AD29-2582BBCFF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56CFC8A-72E2-4020-90D4-EE0E7DB39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0F84F9E-4134-4152-959A-C2871B801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5FEA8FE-6283-4B9B-BEDC-A1E7B1661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3E4F08-4425-45C0-A346-73394B795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ECBF93D-BA10-477C-B721-ABCBD81D0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F94D0A0-D5E2-47F4-B493-370EA21A2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0E9B354-9221-4A81-BFAE-3F702FB53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9066CD6-AB8B-4DAA-9790-FE285D793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CD472A8-84A4-4E1A-83B4-DE91C32E6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8D1A4B-4E3D-422F-984A-9891E2DDF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46BA3F-F373-412C-869A-D8736E034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B07C00C-AFB6-4E7D-87B9-44268CE73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D7C4703-6318-4A09-87E7-1D19FB1AD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3DFFC6F-F715-482D-BC44-6DE29BEDF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42DA35F9-950C-4AD3-AAD4-731D45E42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206818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B59AE-27A9-04DD-00C9-B2F75C9F6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90269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Ten months Role  Out Plan.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A200C3C2-672D-E659-2E86-5F6C57824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8328982"/>
              </p:ext>
            </p:extLst>
          </p:nvPr>
        </p:nvGraphicFramePr>
        <p:xfrm>
          <a:off x="698467" y="2071796"/>
          <a:ext cx="11102264" cy="3257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6968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5C3454-95A3-74AA-A245-5BDBBD92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888" y="451222"/>
            <a:ext cx="4927425" cy="90269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Our Role </a:t>
            </a:r>
          </a:p>
        </p:txBody>
      </p:sp>
      <p:pic>
        <p:nvPicPr>
          <p:cNvPr id="48" name="Picture 47" descr="Empty office area">
            <a:extLst>
              <a:ext uri="{FF2B5EF4-FFF2-40B4-BE49-F238E27FC236}">
                <a16:creationId xmlns:a16="http://schemas.microsoft.com/office/drawing/2014/main" id="{B39DA141-7D3F-D6CF-1B9A-F3A3F2BD38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18" r="12495" b="-1"/>
          <a:stretch/>
        </p:blipFill>
        <p:spPr>
          <a:xfrm>
            <a:off x="1" y="10"/>
            <a:ext cx="4916968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39" y="-29262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D0A58-FF49-026C-FC85-84EA75F6F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496" y="1628645"/>
            <a:ext cx="7268817" cy="5067438"/>
          </a:xfrm>
        </p:spPr>
        <p:txBody>
          <a:bodyPr>
            <a:noAutofit/>
          </a:bodyPr>
          <a:lstStyle/>
          <a:p>
            <a:r>
              <a:rPr lang="en-IN" sz="1800" b="1" dirty="0"/>
              <a:t>On boarding </a:t>
            </a:r>
          </a:p>
          <a:p>
            <a:r>
              <a:rPr lang="en-IN" sz="1800" b="1" dirty="0"/>
              <a:t>Images, creatives, videos, and Listing </a:t>
            </a:r>
          </a:p>
          <a:p>
            <a:r>
              <a:rPr lang="en-IN" sz="1800" b="1" dirty="0"/>
              <a:t>Enhance brand content. </a:t>
            </a:r>
          </a:p>
          <a:p>
            <a:r>
              <a:rPr lang="en-IN" sz="1800" b="1" dirty="0"/>
              <a:t>Paid marketing across the platforms.</a:t>
            </a:r>
          </a:p>
          <a:p>
            <a:r>
              <a:rPr lang="en-IN" sz="1800" b="1" dirty="0"/>
              <a:t>Promotions and event planning </a:t>
            </a:r>
          </a:p>
          <a:p>
            <a:r>
              <a:rPr lang="en-IN" sz="1800" b="1" dirty="0"/>
              <a:t>Product strategy - Assortment, pricing, combos etc.  </a:t>
            </a:r>
          </a:p>
          <a:p>
            <a:r>
              <a:rPr lang="en-IN" sz="1800" b="1" dirty="0"/>
              <a:t>SEO, Meta and Google AdWords. (where ever we plan)</a:t>
            </a:r>
          </a:p>
          <a:p>
            <a:r>
              <a:rPr lang="en-IN" sz="1800" b="1" dirty="0"/>
              <a:t>Managing sales and operation for quick commerce.</a:t>
            </a:r>
          </a:p>
          <a:p>
            <a:r>
              <a:rPr lang="en-IN" sz="1800" b="1" dirty="0"/>
              <a:t>Driving sales on web site.</a:t>
            </a:r>
          </a:p>
          <a:p>
            <a:r>
              <a:rPr lang="en-IN" sz="1800" b="1" dirty="0"/>
              <a:t>E commerce operation - FBA consignment, panel Management  and inventory management etc.</a:t>
            </a:r>
          </a:p>
          <a:p>
            <a:r>
              <a:rPr lang="en-IN" sz="1800" b="1" dirty="0"/>
              <a:t>Reports and analysis</a:t>
            </a:r>
          </a:p>
          <a:p>
            <a:pPr>
              <a:lnSpc>
                <a:spcPct val="10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12442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16">
            <a:extLst>
              <a:ext uri="{FF2B5EF4-FFF2-40B4-BE49-F238E27FC236}">
                <a16:creationId xmlns:a16="http://schemas.microsoft.com/office/drawing/2014/main" id="{22188FB5-2988-F6DC-DD87-A920947207A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8673" y="5517580"/>
            <a:ext cx="3118346" cy="907874"/>
          </a:xfrm>
          <a:prstGeom prst="rect">
            <a:avLst/>
          </a:prstGeom>
        </p:spPr>
      </p:pic>
      <p:sp>
        <p:nvSpPr>
          <p:cNvPr id="17" name="Subtitle 16">
            <a:extLst>
              <a:ext uri="{FF2B5EF4-FFF2-40B4-BE49-F238E27FC236}">
                <a16:creationId xmlns:a16="http://schemas.microsoft.com/office/drawing/2014/main" id="{DAC84000-E152-A063-0994-57AD4E115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815" y="2638539"/>
            <a:ext cx="4058185" cy="685234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Let’s talk @ 74988-99232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1D01B6-31A3-129A-C83E-6776E732CEB8}"/>
              </a:ext>
            </a:extLst>
          </p:cNvPr>
          <p:cNvSpPr txBox="1"/>
          <p:nvPr/>
        </p:nvSpPr>
        <p:spPr>
          <a:xfrm>
            <a:off x="174981" y="5963789"/>
            <a:ext cx="8091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477777"/>
                </a:solidFill>
                <a:effectLst/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</a:rPr>
              <a:t>ONE TEAM | ONE STRATEGY | ONE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576654329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676</Words>
  <Application>Microsoft Macintosh PowerPoint</Application>
  <PresentationFormat>Widescreen</PresentationFormat>
  <Paragraphs>134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 Narrow</vt:lpstr>
      <vt:lpstr>Arial</vt:lpstr>
      <vt:lpstr>Calibri</vt:lpstr>
      <vt:lpstr>Grandview</vt:lpstr>
      <vt:lpstr>Wingdings</vt:lpstr>
      <vt:lpstr>CosineVTI</vt:lpstr>
      <vt:lpstr>Global E-commerce Pitch for    </vt:lpstr>
      <vt:lpstr>Highlights  </vt:lpstr>
      <vt:lpstr>Region covered  </vt:lpstr>
      <vt:lpstr>Region wise Market Places </vt:lpstr>
      <vt:lpstr>Rollout Process </vt:lpstr>
      <vt:lpstr>Account opening </vt:lpstr>
      <vt:lpstr>Compliance  for operating  business </vt:lpstr>
      <vt:lpstr>Product compliance </vt:lpstr>
      <vt:lpstr>Logistics and warehouse </vt:lpstr>
      <vt:lpstr>Product assortment </vt:lpstr>
      <vt:lpstr>Content and Creative </vt:lpstr>
      <vt:lpstr>Go Live </vt:lpstr>
      <vt:lpstr>Ten months Role  Out Plan.</vt:lpstr>
      <vt:lpstr>Our Role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 commerce   Anchor By Panasonic    </dc:title>
  <dc:creator>Vivek Paliwal</dc:creator>
  <cp:lastModifiedBy>Microsoft Office User</cp:lastModifiedBy>
  <cp:revision>14</cp:revision>
  <dcterms:created xsi:type="dcterms:W3CDTF">2024-09-11T07:08:17Z</dcterms:created>
  <dcterms:modified xsi:type="dcterms:W3CDTF">2026-07-10T10:58:54Z</dcterms:modified>
</cp:coreProperties>
</file>